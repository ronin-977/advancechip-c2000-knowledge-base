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2455" y="204470"/>
            <a:ext cx="10515600" cy="1325563"/>
          </a:xfrm>
        </p:spPr>
        <p:txBody>
          <a:bodyPr/>
          <a:p>
            <a:r>
              <a:rPr lang="en-US" altLang="zh-CN"/>
              <a:t>ccs</a:t>
            </a:r>
            <a:r>
              <a:rPr lang="zh-CN" altLang="en-US"/>
              <a:t>烧录</a:t>
            </a:r>
            <a:r>
              <a:rPr lang="zh-CN" altLang="en-US"/>
              <a:t>步骤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30350"/>
            <a:ext cx="3385185" cy="4434205"/>
          </a:xfrm>
        </p:spPr>
        <p:txBody>
          <a:bodyPr/>
          <a:p>
            <a:pPr marL="0" indent="0">
              <a:buNone/>
            </a:pPr>
            <a:r>
              <a:rPr lang="en-US" altLang="zh-CN" sz="1800"/>
              <a:t>1.</a:t>
            </a:r>
            <a:r>
              <a:rPr lang="zh-CN" altLang="en-US" sz="1800"/>
              <a:t>点击</a:t>
            </a:r>
            <a:r>
              <a:rPr lang="en-US" altLang="zh-CN" sz="1800"/>
              <a:t>project</a:t>
            </a:r>
            <a:r>
              <a:rPr lang="zh-CN" altLang="en-US" sz="1800"/>
              <a:t>，导入程序</a:t>
            </a:r>
            <a:r>
              <a:rPr lang="en-US" altLang="zh-CN" sz="1800"/>
              <a:t>     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90" y="2346960"/>
            <a:ext cx="3098165" cy="3308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980" y="2346960"/>
            <a:ext cx="3448050" cy="34817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472305" y="1438275"/>
            <a:ext cx="3570605" cy="908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双击程序，点击左上角小锤子，编译文件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517255" y="1407160"/>
            <a:ext cx="3194685" cy="940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</a:t>
            </a:r>
            <a:r>
              <a:rPr lang="zh-CN" altLang="en-US"/>
              <a:t>打开路径</a:t>
            </a:r>
            <a:r>
              <a:rPr lang="en-US" altLang="zh-CN"/>
              <a:t>view-target configuation </a:t>
            </a:r>
            <a:r>
              <a:rPr lang="zh-CN" altLang="en-US"/>
              <a:t>，打开调试窗口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930" y="2479040"/>
            <a:ext cx="3648075" cy="38214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ccs</a:t>
            </a:r>
            <a:r>
              <a:rPr lang="zh-CN" altLang="en-US"/>
              <a:t>烧录</a:t>
            </a:r>
            <a:r>
              <a:rPr lang="zh-CN" altLang="en-US"/>
              <a:t>步骤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8495" y="1531620"/>
            <a:ext cx="3235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双击</a:t>
            </a:r>
            <a:r>
              <a:rPr lang="en-US" altLang="zh-CN"/>
              <a:t>target configuation</a:t>
            </a:r>
            <a:r>
              <a:rPr lang="zh-CN" altLang="en-US"/>
              <a:t>中对应程序的</a:t>
            </a:r>
            <a:r>
              <a:rPr lang="en-US" altLang="zh-CN"/>
              <a:t>ccxml</a:t>
            </a:r>
            <a:r>
              <a:rPr lang="zh-CN" altLang="en-US"/>
              <a:t>文件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495" y="2176780"/>
            <a:ext cx="2491740" cy="4152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945255" y="1531620"/>
            <a:ext cx="5264150" cy="852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5.</a:t>
            </a:r>
            <a:r>
              <a:rPr lang="zh-CN" altLang="en-US"/>
              <a:t>选择对应的仿真器型号和芯片型号，如</a:t>
            </a:r>
            <a:r>
              <a:rPr lang="en-US" altLang="zh-CN"/>
              <a:t>xds110</a:t>
            </a:r>
            <a:r>
              <a:rPr lang="zh-CN" altLang="en-US"/>
              <a:t>，</a:t>
            </a:r>
            <a:r>
              <a:rPr lang="en-US" altLang="zh-CN"/>
              <a:t>28035</a:t>
            </a:r>
            <a:r>
              <a:rPr lang="zh-CN" altLang="en-US"/>
              <a:t>。点击</a:t>
            </a:r>
            <a:r>
              <a:rPr lang="en-US" altLang="zh-CN"/>
              <a:t>save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775" y="2384425"/>
            <a:ext cx="5819775" cy="35248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ccs</a:t>
            </a:r>
            <a:r>
              <a:rPr lang="zh-CN" altLang="en-US"/>
              <a:t>烧录步骤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9455" y="1521460"/>
            <a:ext cx="30937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6.</a:t>
            </a:r>
            <a:r>
              <a:rPr lang="zh-CN" altLang="en-US"/>
              <a:t>点击</a:t>
            </a:r>
            <a:r>
              <a:rPr lang="en-US" altLang="zh-CN"/>
              <a:t>test connection</a:t>
            </a:r>
            <a:r>
              <a:rPr lang="zh-CN" altLang="en-US"/>
              <a:t>，测试仿真器连接情况，</a:t>
            </a:r>
            <a:r>
              <a:rPr lang="en-US" altLang="zh-CN"/>
              <a:t>succeeded</a:t>
            </a:r>
            <a:r>
              <a:rPr lang="zh-CN" altLang="en-US"/>
              <a:t>显示</a:t>
            </a:r>
            <a:r>
              <a:rPr lang="zh-CN" altLang="en-US"/>
              <a:t>成功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2443480"/>
            <a:ext cx="4308475" cy="42443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24475" y="1602740"/>
            <a:ext cx="3884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7.</a:t>
            </a:r>
            <a:r>
              <a:rPr lang="zh-CN" altLang="en-US"/>
              <a:t>测试成功后，选择刚刚的</a:t>
            </a:r>
            <a:r>
              <a:rPr lang="en-US" altLang="zh-CN"/>
              <a:t>ccxml</a:t>
            </a:r>
            <a:r>
              <a:rPr lang="zh-CN" altLang="en-US"/>
              <a:t>文件，右键点击</a:t>
            </a:r>
            <a:r>
              <a:rPr lang="en-US" altLang="zh-CN"/>
              <a:t>launch</a:t>
            </a:r>
            <a:r>
              <a:rPr lang="zh-CN" altLang="en-US"/>
              <a:t>，进入</a:t>
            </a:r>
            <a:r>
              <a:rPr lang="en-US" altLang="zh-CN"/>
              <a:t>debug</a:t>
            </a:r>
            <a:r>
              <a:rPr lang="zh-CN" altLang="en-US"/>
              <a:t>界面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30" y="2647950"/>
            <a:ext cx="3208020" cy="2941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ccs</a:t>
            </a:r>
            <a:r>
              <a:rPr lang="zh-CN" altLang="en-US"/>
              <a:t>烧录</a:t>
            </a:r>
            <a:r>
              <a:rPr lang="zh-CN" altLang="en-US"/>
              <a:t>步骤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8655" y="1586865"/>
            <a:ext cx="3600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8.</a:t>
            </a:r>
            <a:r>
              <a:rPr lang="zh-CN" altLang="en-US"/>
              <a:t>进入</a:t>
            </a:r>
            <a:r>
              <a:rPr lang="en-US" altLang="zh-CN"/>
              <a:t>debug</a:t>
            </a:r>
            <a:r>
              <a:rPr lang="zh-CN" altLang="en-US"/>
              <a:t>中，选择选择红框</a:t>
            </a:r>
            <a:r>
              <a:rPr lang="en-US" altLang="zh-CN"/>
              <a:t>1</a:t>
            </a:r>
            <a:r>
              <a:rPr lang="zh-CN" altLang="en-US"/>
              <a:t>连接芯片，选择红框</a:t>
            </a:r>
            <a:r>
              <a:rPr lang="en-US" altLang="zh-CN"/>
              <a:t>2</a:t>
            </a:r>
            <a:r>
              <a:rPr lang="zh-CN" altLang="en-US"/>
              <a:t>烧录</a:t>
            </a:r>
            <a:r>
              <a:rPr lang="zh-CN" altLang="en-US"/>
              <a:t>程序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" y="2232025"/>
            <a:ext cx="5173980" cy="3810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81445" y="1535430"/>
            <a:ext cx="5586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9.</a:t>
            </a:r>
            <a:r>
              <a:rPr lang="zh-CN" altLang="en-US">
                <a:sym typeface="+mn-ea"/>
              </a:rPr>
              <a:t>烧录成功后，可点击运行，暂停</a:t>
            </a:r>
            <a:r>
              <a:rPr lang="zh-CN" altLang="en-US">
                <a:sym typeface="+mn-ea"/>
              </a:rPr>
              <a:t>等</a:t>
            </a:r>
            <a:endParaRPr lang="zh-CN" altLang="en-US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445" y="2457450"/>
            <a:ext cx="5172710" cy="2644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WPS 演示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WPS</vt:lpstr>
      <vt:lpstr>ccs烧录步骤</vt:lpstr>
      <vt:lpstr>ccs烧录步骤</vt:lpstr>
      <vt:lpstr>ccs烧录步骤</vt:lpstr>
      <vt:lpstr>ccs烧录步骤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Allen1</dc:creator>
  <cp:lastModifiedBy>Skate</cp:lastModifiedBy>
  <cp:revision>6</cp:revision>
  <dcterms:created xsi:type="dcterms:W3CDTF">2023-08-09T12:44:00Z</dcterms:created>
  <dcterms:modified xsi:type="dcterms:W3CDTF">2025-11-28T02:31:52Z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2A6A0BB21C8346798CF46455F35FAE8B_12</vt:lpwstr>
  </property>
</Properties>
</file>