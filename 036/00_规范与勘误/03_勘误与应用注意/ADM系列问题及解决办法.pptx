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3" r:id="rId6"/>
    <p:sldId id="264" r:id="rId7"/>
    <p:sldId id="257" r:id="rId8"/>
    <p:sldId id="258" r:id="rId9"/>
    <p:sldId id="262" r:id="rId10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标题 3073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sz="4400" kern="1200" baseline="0">
                <a:latin typeface="Arial" panose="020B0604020202020204" pitchFamily="34" charset="0"/>
                <a:ea typeface="宋体" panose="02010600030101010101" pitchFamily="2" charset="-122"/>
              </a:rPr>
              <a:t>ADM</a:t>
            </a:r>
            <a:r>
              <a:rPr lang="zh-CN" altLang="en-US" sz="4400" kern="1200" baseline="0">
                <a:latin typeface="Arial" panose="020B0604020202020204" pitchFamily="34" charset="0"/>
                <a:ea typeface="宋体" panose="02010600030101010101" pitchFamily="2" charset="-122"/>
              </a:rPr>
              <a:t>系列</a:t>
            </a:r>
            <a:r>
              <a:rPr lang="zh-CN" altLang="en-US" sz="4400" kern="1200" baseline="0">
                <a:latin typeface="Arial" panose="020B0604020202020204" pitchFamily="34" charset="0"/>
                <a:ea typeface="宋体" panose="02010600030101010101" pitchFamily="2" charset="-122"/>
              </a:rPr>
              <a:t>项目问题以及解决</a:t>
            </a:r>
            <a:r>
              <a:rPr lang="zh-CN" altLang="en-US" sz="4400" kern="1200" baseline="0">
                <a:latin typeface="Arial" panose="020B0604020202020204" pitchFamily="34" charset="0"/>
                <a:ea typeface="宋体" panose="02010600030101010101" pitchFamily="2" charset="-122"/>
              </a:rPr>
              <a:t>办法</a:t>
            </a:r>
            <a:endParaRPr lang="zh-CN" altLang="en-US" sz="44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p>
            <a:pPr defTabSz="914400">
              <a:buClrTx/>
              <a:buSzTx/>
              <a:buFontTx/>
            </a:pPr>
            <a:endParaRPr lang="en-US" sz="32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defTabSz="914400">
              <a:buClrTx/>
              <a:buSzTx/>
              <a:buFontTx/>
            </a:pPr>
            <a:r>
              <a:rPr lang="en-US" sz="3200" kern="1200" baseline="0">
                <a:latin typeface="Arial" panose="020B0604020202020204" pitchFamily="34" charset="0"/>
                <a:ea typeface="宋体" panose="02010600030101010101" pitchFamily="2" charset="-122"/>
              </a:rPr>
              <a:t>2026/5</a:t>
            </a:r>
            <a:endParaRPr lang="zh-CN" altLang="en-US" sz="3200" kern="1200" baseline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Demo</a:t>
            </a:r>
            <a:r>
              <a:rPr lang="zh-CN" altLang="en-US"/>
              <a:t>程序中</a:t>
            </a:r>
            <a:r>
              <a:rPr lang="en-US" altLang="zh-CN"/>
              <a:t>ADC</a:t>
            </a:r>
            <a:r>
              <a:rPr lang="zh-CN" altLang="en-US"/>
              <a:t>初始化必须加上禁用采样</a:t>
            </a:r>
            <a:r>
              <a:rPr lang="zh-CN" altLang="en-US"/>
              <a:t>重叠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5715" y="2091055"/>
            <a:ext cx="65913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CAN</a:t>
            </a:r>
            <a:r>
              <a:rPr lang="zh-CN" altLang="en-US"/>
              <a:t>通讯</a:t>
            </a:r>
            <a:r>
              <a:rPr lang="en-US" altLang="zh-CN"/>
              <a:t>GPIO</a:t>
            </a:r>
            <a:r>
              <a:rPr lang="zh-CN" altLang="en-US"/>
              <a:t>配置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原理图和芯片手册上面描述</a:t>
            </a:r>
            <a:r>
              <a:rPr lang="en-US" altLang="zh-CN"/>
              <a:t>GPIO0/32</a:t>
            </a:r>
            <a:r>
              <a:rPr lang="zh-CN" altLang="en-US"/>
              <a:t>是</a:t>
            </a:r>
            <a:r>
              <a:rPr lang="en-US" altLang="zh-CN"/>
              <a:t>CAN</a:t>
            </a:r>
            <a:r>
              <a:rPr lang="zh-CN" altLang="en-US"/>
              <a:t>的接收和发送，但实际是</a:t>
            </a:r>
            <a:r>
              <a:rPr lang="en-US" altLang="zh-CN"/>
              <a:t>GPIO30/31</a:t>
            </a:r>
            <a:r>
              <a:rPr lang="zh-CN" altLang="en-US"/>
              <a:t>的</a:t>
            </a:r>
            <a:r>
              <a:rPr lang="en-US" altLang="zh-CN"/>
              <a:t>CAN</a:t>
            </a:r>
            <a:r>
              <a:rPr lang="zh-CN" altLang="en-US"/>
              <a:t>功能内部映射到了芯片的</a:t>
            </a:r>
            <a:r>
              <a:rPr lang="en-US" altLang="zh-CN"/>
              <a:t>GPIO0</a:t>
            </a:r>
            <a:r>
              <a:rPr lang="zh-CN" altLang="en-US"/>
              <a:t>和</a:t>
            </a:r>
            <a:r>
              <a:rPr lang="en-US" altLang="zh-CN"/>
              <a:t>32</a:t>
            </a:r>
            <a:r>
              <a:rPr lang="zh-CN" altLang="en-US"/>
              <a:t>脚上，所以软件配置需要用</a:t>
            </a:r>
            <a:r>
              <a:rPr lang="en-US" altLang="zh-CN"/>
              <a:t>GPIO30/31</a:t>
            </a:r>
            <a:r>
              <a:rPr lang="zh-CN" altLang="en-US"/>
              <a:t>来配置。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电机运行最大频率</a:t>
            </a:r>
            <a:r>
              <a:rPr lang="zh-CN" altLang="en-US"/>
              <a:t>限制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部分客户项目电机有转速要求，转速又跟频率有关，频率越大转速越快，</a:t>
            </a:r>
            <a:r>
              <a:rPr lang="en-US" altLang="zh-CN"/>
              <a:t>demo</a:t>
            </a:r>
            <a:r>
              <a:rPr lang="zh-CN" altLang="en-US"/>
              <a:t>程序中设置最大频率地方如</a:t>
            </a:r>
            <a:r>
              <a:rPr lang="zh-CN" altLang="en-US"/>
              <a:t>下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3284855"/>
            <a:ext cx="7847965" cy="11061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581525"/>
            <a:ext cx="7506335" cy="1325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电机空载运行</a:t>
            </a:r>
            <a:r>
              <a:rPr lang="zh-CN" altLang="en-US"/>
              <a:t>堵转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需按照手册重新测电机参数，特别</a:t>
            </a:r>
            <a:r>
              <a:rPr lang="zh-CN" altLang="en-US"/>
              <a:t>是反电动势</a:t>
            </a:r>
            <a:endParaRPr lang="zh-CN" altLang="en-US"/>
          </a:p>
          <a:p>
            <a:r>
              <a:rPr lang="zh-CN" altLang="en-US"/>
              <a:t>根据实际情况</a:t>
            </a:r>
            <a:r>
              <a:rPr lang="zh-CN" altLang="en-US"/>
              <a:t>调整直流制动电流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3429000"/>
            <a:ext cx="6529070" cy="1126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" y="4555490"/>
            <a:ext cx="5475605" cy="197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调试风扇顺风启动</a:t>
            </a:r>
            <a:r>
              <a:rPr lang="zh-CN" altLang="en-US"/>
              <a:t>抖动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顺风启动本质是检测三相反电动势观测位置，就涉及到三相反电动势检测功能，如果其中一</a:t>
            </a:r>
            <a:r>
              <a:rPr lang="zh-CN" altLang="en-US"/>
              <a:t>相连接到其他传感器，就</a:t>
            </a:r>
            <a:r>
              <a:rPr lang="zh-CN" altLang="en-US"/>
              <a:t>会导致反电动势检测异常，出现转速追踪失控，修改三相反电动势检测后验证正常。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客户自己的板子运行我们提供</a:t>
            </a:r>
            <a:r>
              <a:rPr lang="en-US" altLang="zh-CN"/>
              <a:t>demo</a:t>
            </a:r>
            <a:r>
              <a:rPr lang="zh-CN" altLang="en-US"/>
              <a:t>程序报</a:t>
            </a:r>
            <a:r>
              <a:rPr lang="zh-CN" altLang="en-US"/>
              <a:t>过流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先换上我们</a:t>
            </a:r>
            <a:r>
              <a:rPr lang="en-US" altLang="zh-CN"/>
              <a:t>demo</a:t>
            </a:r>
            <a:r>
              <a:rPr lang="zh-CN" altLang="en-US"/>
              <a:t>板测试程序有无问题，确认可以正常启动电机，问题定位到客户板子硬件上，对照原理图相电流检测这</a:t>
            </a:r>
            <a:r>
              <a:rPr lang="zh-CN" altLang="en-US"/>
              <a:t>部分的电阻客户是否焊接的是</a:t>
            </a:r>
            <a:r>
              <a:rPr lang="en-US" altLang="zh-CN"/>
              <a:t>100</a:t>
            </a:r>
            <a:r>
              <a:rPr lang="zh-CN" altLang="en-US"/>
              <a:t>欧，如果不是建议客户更换</a:t>
            </a:r>
            <a:r>
              <a:rPr lang="en-US" altLang="zh-CN"/>
              <a:t>100</a:t>
            </a:r>
            <a:r>
              <a:rPr lang="zh-CN" altLang="en-US"/>
              <a:t>欧的电阻；之后再检查客户运放电路是否是两个</a:t>
            </a:r>
            <a:r>
              <a:rPr lang="en-US" altLang="zh-CN"/>
              <a:t>30k</a:t>
            </a:r>
            <a:r>
              <a:rPr lang="zh-CN" altLang="en-US"/>
              <a:t>欧，如果不是这样</a:t>
            </a:r>
            <a:r>
              <a:rPr lang="zh-CN" altLang="en-US"/>
              <a:t>会导致运放差距很大，直流制动电流过大导致过流。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WPS 演示</Application>
  <PresentationFormat/>
  <Paragraphs>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ADM系列项目问题以及解决办法</vt:lpstr>
      <vt:lpstr>Demo程序中ADC初始化必须加上禁用采样重叠</vt:lpstr>
      <vt:lpstr>CAN通讯GPIO配置</vt:lpstr>
      <vt:lpstr>电机运行最大频率限制</vt:lpstr>
      <vt:lpstr>PowerPoint 演示文稿</vt:lpstr>
      <vt:lpstr>调试风扇顺风启动抖动</vt:lpstr>
      <vt:lpstr>客户自己的板子运行我们提供demo程序报过流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ADM系列问题以及解决办法</dc:title>
  <dc:creator>T wistzz</dc:creator>
  <cp:lastModifiedBy>权</cp:lastModifiedBy>
  <cp:revision>14</cp:revision>
  <dcterms:created xsi:type="dcterms:W3CDTF">2026-05-08T01:55:00Z</dcterms:created>
  <dcterms:modified xsi:type="dcterms:W3CDTF">2026-05-08T05:46:55Z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551BF062D4C04EDBBD22B43C003EC9DE_12</vt:lpwstr>
  </property>
</Properties>
</file>