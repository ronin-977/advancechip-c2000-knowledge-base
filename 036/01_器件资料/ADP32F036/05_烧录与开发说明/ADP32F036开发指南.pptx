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16"/>
  </p:notesMasterIdLst>
  <p:sldIdLst>
    <p:sldId id="256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5" r:id="rId12"/>
    <p:sldId id="266" r:id="rId13"/>
    <p:sldId id="267" r:id="rId14"/>
    <p:sldId id="269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.jpe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14.xml"/><Relationship Id="rId8" Type="http://schemas.openxmlformats.org/officeDocument/2006/relationships/tags" Target="../tags/tag13.xml"/><Relationship Id="rId7" Type="http://schemas.openxmlformats.org/officeDocument/2006/relationships/tags" Target="../tags/tag12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image" Target="../media/image1.jpeg"/><Relationship Id="rId2" Type="http://schemas.openxmlformats.org/officeDocument/2006/relationships/tags" Target="../tags/tag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image" Target="../media/image1.jpeg"/><Relationship Id="rId2" Type="http://schemas.openxmlformats.org/officeDocument/2006/relationships/tags" Target="../tags/tag15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tags" Target="../tags/tag22.xml"/><Relationship Id="rId3" Type="http://schemas.openxmlformats.org/officeDocument/2006/relationships/image" Target="../media/image1.jpeg"/><Relationship Id="rId2" Type="http://schemas.openxmlformats.org/officeDocument/2006/relationships/tags" Target="../tags/tag21.xml"/><Relationship Id="rId12" Type="http://schemas.openxmlformats.org/officeDocument/2006/relationships/tags" Target="../tags/tag28.xml"/><Relationship Id="rId11" Type="http://schemas.openxmlformats.org/officeDocument/2006/relationships/tags" Target="../tags/tag27.xml"/><Relationship Id="rId10" Type="http://schemas.openxmlformats.org/officeDocument/2006/relationships/tags" Target="../tags/tag26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tags" Target="../tags/tag34.xml"/><Relationship Id="rId7" Type="http://schemas.openxmlformats.org/officeDocument/2006/relationships/tags" Target="../tags/tag33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image" Target="../media/image1.jpeg"/><Relationship Id="rId2" Type="http://schemas.openxmlformats.org/officeDocument/2006/relationships/tags" Target="../tags/tag29.xml"/><Relationship Id="rId10" Type="http://schemas.openxmlformats.org/officeDocument/2006/relationships/tags" Target="../tags/tag36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3.xml"/><Relationship Id="rId8" Type="http://schemas.openxmlformats.org/officeDocument/2006/relationships/tags" Target="../tags/tag42.xml"/><Relationship Id="rId7" Type="http://schemas.openxmlformats.org/officeDocument/2006/relationships/tags" Target="../tags/tag41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image" Target="../media/image1.jpeg"/><Relationship Id="rId2" Type="http://schemas.openxmlformats.org/officeDocument/2006/relationships/tags" Target="../tags/tag37.xml"/><Relationship Id="rId12" Type="http://schemas.openxmlformats.org/officeDocument/2006/relationships/tags" Target="../tags/tag46.xml"/><Relationship Id="rId11" Type="http://schemas.openxmlformats.org/officeDocument/2006/relationships/tags" Target="../tags/tag45.xml"/><Relationship Id="rId10" Type="http://schemas.openxmlformats.org/officeDocument/2006/relationships/tags" Target="../tags/tag44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tags" Target="../tags/tag52.xml"/><Relationship Id="rId7" Type="http://schemas.openxmlformats.org/officeDocument/2006/relationships/tags" Target="../tags/tag51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image" Target="../media/image1.jpeg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image" Target="../media/image1.jpeg"/><Relationship Id="rId2" Type="http://schemas.openxmlformats.org/officeDocument/2006/relationships/tags" Target="../tags/tag53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7" Type="http://schemas.openxmlformats.org/officeDocument/2006/relationships/tags" Target="../tags/tag61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image" Target="../media/image1.jpeg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68.xml"/><Relationship Id="rId8" Type="http://schemas.openxmlformats.org/officeDocument/2006/relationships/tags" Target="../tags/tag67.xml"/><Relationship Id="rId7" Type="http://schemas.openxmlformats.org/officeDocument/2006/relationships/tags" Target="../tags/tag66.xml"/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image" Target="../media/image1.jpeg"/><Relationship Id="rId2" Type="http://schemas.openxmlformats.org/officeDocument/2006/relationships/tags" Target="../tags/tag62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tags" Target="../tags/tag74.xml"/><Relationship Id="rId7" Type="http://schemas.openxmlformats.org/officeDocument/2006/relationships/tags" Target="../tags/tag73.xml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image" Target="../media/image1.jpeg"/><Relationship Id="rId2" Type="http://schemas.openxmlformats.org/officeDocument/2006/relationships/tags" Target="../tags/tag69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VCG41N1410470348" descr="雪地上&#10;&#10;中度可信度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5" r="838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署名"/>
          <p:cNvSpPr txBox="1">
            <a:spLocks noGrp="1"/>
          </p:cNvSpPr>
          <p:nvPr>
            <p:ph type="body" idx="3" hasCustomPrompt="1"/>
            <p:custDataLst>
              <p:tags r:id="rId4"/>
            </p:custDataLst>
          </p:nvPr>
        </p:nvSpPr>
        <p:spPr>
          <a:xfrm>
            <a:off x="904875" y="3999865"/>
            <a:ext cx="2019300" cy="48387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effectLst/>
        </p:spPr>
        <p:txBody>
          <a:bodyPr vert="horz" wrap="square" lIns="0" tIns="0" rIns="0" bIns="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400" b="1" i="0" u="none" strike="noStrike" kern="1200" cap="none" spc="0" normalizeH="0" baseline="0" noProof="1" dirty="0">
                <a:solidFill>
                  <a:srgbClr val="FFFFFF"/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2" hasCustomPrompt="1"/>
            <p:custDataLst>
              <p:tags r:id="rId5"/>
            </p:custDataLst>
          </p:nvPr>
        </p:nvSpPr>
        <p:spPr>
          <a:xfrm>
            <a:off x="904875" y="2458720"/>
            <a:ext cx="7571105" cy="118999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7" name="正文"/>
          <p:cNvSpPr txBox="1"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904875" y="1689735"/>
            <a:ext cx="7571105" cy="638175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2400" b="1" i="0" u="none" strike="noStrike" kern="1200" cap="none" spc="0" normalizeH="0" baseline="0" noProof="1" dirty="0">
                <a:solidFill>
                  <a:schemeClr val="accent1"/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 err="1">
                <a:sym typeface="+mn-ea"/>
              </a:rPr>
              <a:t>单击此处编辑母版副标题样式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A-图片 4" descr="雪地上&#10;&#10;中度可信度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9" name="PA-正文"/>
          <p:cNvSpPr txBox="1">
            <a:spLocks noGrp="1"/>
          </p:cNvSpPr>
          <p:nvPr>
            <p:ph idx="3"/>
            <p:custDataLst>
              <p:tags r:id="rId4"/>
            </p:custDataLst>
          </p:nvPr>
        </p:nvSpPr>
        <p:spPr>
          <a:xfrm>
            <a:off x="695325" y="1245235"/>
            <a:ext cx="10800715" cy="493077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Heavy" panose="00000A00000000000000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>
              <a:spcBef>
                <a:spcPts val="1200"/>
              </a:spcBef>
              <a:spcAft>
                <a:spcPts val="0"/>
              </a:spcAft>
            </a:pPr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>
              <a:spcBef>
                <a:spcPts val="1200"/>
              </a:spcBef>
              <a:spcAft>
                <a:spcPts val="0"/>
              </a:spcAft>
            </a:pPr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>
              <a:spcBef>
                <a:spcPts val="1200"/>
              </a:spcBef>
              <a:spcAft>
                <a:spcPts val="0"/>
              </a:spcAft>
            </a:pPr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>
              <a:spcBef>
                <a:spcPts val="1200"/>
              </a:spcBef>
              <a:spcAft>
                <a:spcPts val="0"/>
              </a:spcAft>
            </a:pPr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>
              <a:spcBef>
                <a:spcPts val="1200"/>
              </a:spcBef>
              <a:spcAft>
                <a:spcPts val="0"/>
              </a:spcAft>
            </a:pPr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8" name="PA-标题"/>
          <p:cNvSpPr txBox="1">
            <a:spLocks noGrp="1"/>
          </p:cNvSpPr>
          <p:nvPr>
            <p:ph type="title" idx="2"/>
            <p:custDataLst>
              <p:tags r:id="rId5"/>
            </p:custDataLst>
          </p:nvPr>
        </p:nvSpPr>
        <p:spPr>
          <a:xfrm>
            <a:off x="869315" y="523875"/>
            <a:ext cx="10626090" cy="583565"/>
          </a:xfrm>
          <a:prstGeom prst="rect">
            <a:avLst/>
          </a:prstGeom>
          <a:noFill/>
        </p:spPr>
        <p:txBody>
          <a:bodyPr vert="horz" wrap="square" t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7" name="PA-矩形 1"/>
          <p:cNvSpPr/>
          <p:nvPr userDrawn="1">
            <p:custDataLst>
              <p:tags r:id="rId6"/>
            </p:custDataLst>
          </p:nvPr>
        </p:nvSpPr>
        <p:spPr>
          <a:xfrm>
            <a:off x="578485" y="599440"/>
            <a:ext cx="108000" cy="432000"/>
          </a:xfrm>
          <a:prstGeom prst="rect">
            <a:avLst/>
          </a:prstGeom>
          <a:solidFill>
            <a:schemeClr val="accent2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99135" y="6356350"/>
            <a:ext cx="2882265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880995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图片 36" descr="雪地上&#10;&#10;中度可信度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7" name="副标题"/>
          <p:cNvSpPr txBox="1">
            <a:spLocks noGrp="1"/>
          </p:cNvSpPr>
          <p:nvPr>
            <p:ph type="body" idx="2" hasCustomPrompt="1"/>
            <p:custDataLst>
              <p:tags r:id="rId4"/>
            </p:custDataLst>
          </p:nvPr>
        </p:nvSpPr>
        <p:spPr>
          <a:xfrm>
            <a:off x="798830" y="523875"/>
            <a:ext cx="1866265" cy="342900"/>
          </a:xfrm>
          <a:prstGeom prst="rect">
            <a:avLst/>
          </a:prstGeom>
          <a:noFill/>
        </p:spPr>
        <p:txBody>
          <a:bodyPr vert="horz" wrap="square" lIns="107950" tIns="0" rIns="9144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1800" b="1" i="0" u="none" strike="noStrike" kern="1200" cap="none" spc="0" normalizeH="0" baseline="0" noProof="1" dirty="0">
                <a:solidFill>
                  <a:schemeClr val="accent1"/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 err="1">
                <a:sym typeface="+mn-ea"/>
              </a:rPr>
              <a:t>单击编辑副标题</a:t>
            </a:r>
            <a:endParaRPr dirty="0"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5"/>
            </p:custDataLst>
          </p:nvPr>
        </p:nvSpPr>
        <p:spPr>
          <a:xfrm>
            <a:off x="798830" y="866775"/>
            <a:ext cx="1866265" cy="105981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MiSans Heavy" panose="00000A00000000000000" charset="-122"/>
              </a:defRPr>
            </a:lvl1pPr>
          </a:lstStyle>
          <a:p>
            <a:pPr lvl="0"/>
            <a:r>
              <a:rPr dirty="0">
                <a:sym typeface="+mn-ea"/>
              </a:rPr>
              <a:t>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 descr="雪地上&#10;&#10;中度可信度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5" r="838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3" name="图形 5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08915" y="6143342"/>
            <a:ext cx="187891" cy="187891"/>
          </a:xfrm>
          <a:prstGeom prst="rect">
            <a:avLst/>
          </a:prstGeom>
        </p:spPr>
      </p:pic>
      <p:cxnSp>
        <p:nvCxnSpPr>
          <p:cNvPr id="9" name="直接连接符 8"/>
          <p:cNvCxnSpPr/>
          <p:nvPr>
            <p:custDataLst>
              <p:tags r:id="rId7"/>
            </p:custDataLst>
          </p:nvPr>
        </p:nvCxnSpPr>
        <p:spPr>
          <a:xfrm>
            <a:off x="857760" y="4520059"/>
            <a:ext cx="576901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节编号"/>
          <p:cNvSpPr txBox="1">
            <a:spLocks noGrp="1"/>
          </p:cNvSpPr>
          <p:nvPr>
            <p:ph type="body" idx="2" hasCustomPrompt="1"/>
            <p:custDataLst>
              <p:tags r:id="rId8"/>
            </p:custDataLst>
          </p:nvPr>
        </p:nvSpPr>
        <p:spPr>
          <a:xfrm>
            <a:off x="857885" y="1802130"/>
            <a:ext cx="6318885" cy="521970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3200" b="1" i="0" u="none" strike="noStrike" kern="1200" cap="none" spc="0" normalizeH="0" baseline="0" noProof="1" dirty="0">
                <a:solidFill>
                  <a:schemeClr val="accent1"/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 err="1">
                <a:sym typeface="+mn-ea"/>
              </a:rPr>
              <a:t>编辑节编号</a:t>
            </a:r>
            <a:endParaRPr dirty="0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9"/>
            </p:custDataLst>
          </p:nvPr>
        </p:nvSpPr>
        <p:spPr>
          <a:xfrm>
            <a:off x="857250" y="2505075"/>
            <a:ext cx="6318885" cy="157289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标题和两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雪地上&#10;&#10;中度可信度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标题"/>
          <p:cNvSpPr txBox="1">
            <a:spLocks noGrp="1"/>
          </p:cNvSpPr>
          <p:nvPr>
            <p:ph type="title" idx="4"/>
            <p:custDataLst>
              <p:tags r:id="rId4"/>
            </p:custDataLst>
          </p:nvPr>
        </p:nvSpPr>
        <p:spPr>
          <a:xfrm>
            <a:off x="869315" y="523875"/>
            <a:ext cx="10626090" cy="583565"/>
          </a:xfrm>
          <a:prstGeom prst="rect">
            <a:avLst/>
          </a:prstGeom>
          <a:noFill/>
        </p:spPr>
        <p:txBody>
          <a:bodyPr vert="horz" wrap="square" t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+mn-cs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10" name="矩形 9"/>
          <p:cNvSpPr/>
          <p:nvPr userDrawn="1">
            <p:custDataLst>
              <p:tags r:id="rId5"/>
            </p:custDataLst>
          </p:nvPr>
        </p:nvSpPr>
        <p:spPr>
          <a:xfrm>
            <a:off x="578485" y="599440"/>
            <a:ext cx="108000" cy="432000"/>
          </a:xfrm>
          <a:prstGeom prst="rect">
            <a:avLst/>
          </a:prstGeom>
          <a:solidFill>
            <a:schemeClr val="accent2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9" name="正文"/>
          <p:cNvSpPr txBox="1">
            <a:spLocks noGrp="1"/>
          </p:cNvSpPr>
          <p:nvPr>
            <p:ph idx="2"/>
            <p:custDataLst>
              <p:tags r:id="rId6"/>
            </p:custDataLst>
          </p:nvPr>
        </p:nvSpPr>
        <p:spPr>
          <a:xfrm>
            <a:off x="6400800" y="1244600"/>
            <a:ext cx="5095240" cy="493204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8" name="正文"/>
          <p:cNvSpPr txBox="1">
            <a:spLocks noGrp="1"/>
          </p:cNvSpPr>
          <p:nvPr>
            <p:ph idx="1"/>
            <p:custDataLst>
              <p:tags r:id="rId7"/>
            </p:custDataLst>
          </p:nvPr>
        </p:nvSpPr>
        <p:spPr>
          <a:xfrm>
            <a:off x="695325" y="1244600"/>
            <a:ext cx="5090160" cy="493204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687070" y="6356350"/>
            <a:ext cx="2894330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610600" y="6356350"/>
            <a:ext cx="2885440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标题和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 descr="雪地上&#10;&#10;中度可信度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5" name="标题"/>
          <p:cNvSpPr txBox="1">
            <a:spLocks noGrp="1"/>
          </p:cNvSpPr>
          <p:nvPr>
            <p:ph type="title" idx="6"/>
            <p:custDataLst>
              <p:tags r:id="rId4"/>
            </p:custDataLst>
          </p:nvPr>
        </p:nvSpPr>
        <p:spPr>
          <a:xfrm>
            <a:off x="6235065" y="1243330"/>
            <a:ext cx="5260975" cy="47498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 dirty="0">
                <a:solidFill>
                  <a:schemeClr val="tx1"/>
                </a:solidFill>
                <a:latin typeface="+mj-ea"/>
                <a:ea typeface="+mj-ea"/>
                <a:cs typeface="MiSans Heavy" panose="00000A00000000000000" charset="-122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14" name="标题"/>
          <p:cNvSpPr txBox="1">
            <a:spLocks noGrp="1"/>
          </p:cNvSpPr>
          <p:nvPr>
            <p:ph type="title" idx="5"/>
            <p:custDataLst>
              <p:tags r:id="rId5"/>
            </p:custDataLst>
          </p:nvPr>
        </p:nvSpPr>
        <p:spPr>
          <a:xfrm>
            <a:off x="696595" y="1244600"/>
            <a:ext cx="5253990" cy="47498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 dirty="0">
                <a:solidFill>
                  <a:schemeClr val="tx1"/>
                </a:solidFill>
                <a:latin typeface="+mj-ea"/>
                <a:ea typeface="+mj-ea"/>
                <a:cs typeface="MiSans Heavy" panose="00000A00000000000000" charset="-122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13" name="标题"/>
          <p:cNvSpPr txBox="1">
            <a:spLocks noGrp="1"/>
          </p:cNvSpPr>
          <p:nvPr>
            <p:ph type="title" idx="4"/>
            <p:custDataLst>
              <p:tags r:id="rId6"/>
            </p:custDataLst>
          </p:nvPr>
        </p:nvSpPr>
        <p:spPr>
          <a:xfrm>
            <a:off x="869315" y="523875"/>
            <a:ext cx="10626090" cy="583565"/>
          </a:xfrm>
          <a:prstGeom prst="rect">
            <a:avLst/>
          </a:prstGeom>
          <a:noFill/>
        </p:spPr>
        <p:txBody>
          <a:bodyPr vert="horz" wrap="square" t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+mn-cs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12" name="矩形 11"/>
          <p:cNvSpPr/>
          <p:nvPr userDrawn="1">
            <p:custDataLst>
              <p:tags r:id="rId7"/>
            </p:custDataLst>
          </p:nvPr>
        </p:nvSpPr>
        <p:spPr>
          <a:xfrm>
            <a:off x="578485" y="599440"/>
            <a:ext cx="108000" cy="432000"/>
          </a:xfrm>
          <a:prstGeom prst="rect">
            <a:avLst/>
          </a:prstGeom>
          <a:solidFill>
            <a:schemeClr val="accent2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11" name="正文"/>
          <p:cNvSpPr txBox="1">
            <a:spLocks noGrp="1"/>
          </p:cNvSpPr>
          <p:nvPr>
            <p:ph idx="2"/>
            <p:custDataLst>
              <p:tags r:id="rId8"/>
            </p:custDataLst>
          </p:nvPr>
        </p:nvSpPr>
        <p:spPr>
          <a:xfrm>
            <a:off x="6235065" y="1719580"/>
            <a:ext cx="5260975" cy="445643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10" name="正文"/>
          <p:cNvSpPr txBox="1">
            <a:spLocks noGrp="1"/>
          </p:cNvSpPr>
          <p:nvPr>
            <p:ph idx="1"/>
            <p:custDataLst>
              <p:tags r:id="rId9"/>
            </p:custDataLst>
          </p:nvPr>
        </p:nvSpPr>
        <p:spPr>
          <a:xfrm>
            <a:off x="696595" y="1719580"/>
            <a:ext cx="5253990" cy="445643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686435" y="6356350"/>
            <a:ext cx="2894965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600" y="6356350"/>
            <a:ext cx="2885440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雪地上&#10;&#10;中度可信度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" name="标题"/>
          <p:cNvSpPr txBox="1">
            <a:spLocks noGrp="1"/>
          </p:cNvSpPr>
          <p:nvPr>
            <p:ph type="title" idx="2"/>
            <p:custDataLst>
              <p:tags r:id="rId4"/>
            </p:custDataLst>
          </p:nvPr>
        </p:nvSpPr>
        <p:spPr>
          <a:xfrm>
            <a:off x="869315" y="523875"/>
            <a:ext cx="10626090" cy="583565"/>
          </a:xfrm>
          <a:prstGeom prst="rect">
            <a:avLst/>
          </a:prstGeom>
          <a:noFill/>
        </p:spPr>
        <p:txBody>
          <a:bodyPr vert="horz" wrap="square" t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+mn-cs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8" name="矩形 7"/>
          <p:cNvSpPr/>
          <p:nvPr userDrawn="1">
            <p:custDataLst>
              <p:tags r:id="rId5"/>
            </p:custDataLst>
          </p:nvPr>
        </p:nvSpPr>
        <p:spPr>
          <a:xfrm>
            <a:off x="578485" y="599440"/>
            <a:ext cx="108000" cy="432000"/>
          </a:xfrm>
          <a:prstGeom prst="rect">
            <a:avLst/>
          </a:prstGeom>
          <a:solidFill>
            <a:schemeClr val="accent2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99135" y="6356350"/>
            <a:ext cx="2882265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886075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雪地上&#10;&#10;中度可信度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雪地上&#10;&#10;中度可信度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7" name="正文"/>
          <p:cNvSpPr txBox="1">
            <a:spLocks noGrp="1"/>
          </p:cNvSpPr>
          <p:nvPr>
            <p:ph idx="1"/>
            <p:custDataLst>
              <p:tags r:id="rId4"/>
            </p:custDataLst>
          </p:nvPr>
        </p:nvSpPr>
        <p:spPr>
          <a:xfrm>
            <a:off x="695960" y="360045"/>
            <a:ext cx="10801985" cy="581787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95960" y="6356350"/>
            <a:ext cx="2885440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885440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雪地上&#10;&#10;中度可信度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7" name="副标题"/>
          <p:cNvSpPr txBox="1">
            <a:spLocks noGrp="1"/>
          </p:cNvSpPr>
          <p:nvPr>
            <p:ph type="body" idx="3" hasCustomPrompt="1"/>
            <p:custDataLst>
              <p:tags r:id="rId4"/>
            </p:custDataLst>
          </p:nvPr>
        </p:nvSpPr>
        <p:spPr>
          <a:xfrm>
            <a:off x="695960" y="1301750"/>
            <a:ext cx="10799088" cy="405553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3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MiSans Heavy" panose="00000A00000000000000" charset="-122"/>
              </a:defRPr>
            </a:lvl1pPr>
          </a:lstStyle>
          <a:p>
            <a:pPr lvl="0" algn="l"/>
            <a:r>
              <a:rPr dirty="0">
                <a:sym typeface="+mn-ea"/>
              </a:rPr>
              <a:t>单击此处编辑母版副标题样式</a:t>
            </a:r>
            <a:endParaRPr dirty="0"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2"/>
            <p:custDataLst>
              <p:tags r:id="rId5"/>
            </p:custDataLst>
          </p:nvPr>
        </p:nvSpPr>
        <p:spPr>
          <a:xfrm>
            <a:off x="869315" y="523875"/>
            <a:ext cx="10626090" cy="583565"/>
          </a:xfrm>
          <a:prstGeom prst="rect">
            <a:avLst/>
          </a:prstGeom>
          <a:noFill/>
        </p:spPr>
        <p:txBody>
          <a:bodyPr vert="horz" wrap="square" t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+mn-cs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8" name="矩形 7"/>
          <p:cNvSpPr/>
          <p:nvPr userDrawn="1">
            <p:custDataLst>
              <p:tags r:id="rId6"/>
            </p:custDataLst>
          </p:nvPr>
        </p:nvSpPr>
        <p:spPr>
          <a:xfrm>
            <a:off x="578485" y="599440"/>
            <a:ext cx="108000" cy="432000"/>
          </a:xfrm>
          <a:prstGeom prst="rect">
            <a:avLst/>
          </a:prstGeom>
          <a:solidFill>
            <a:schemeClr val="accent2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99770" y="6356350"/>
            <a:ext cx="2881630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886075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VCG41N1410470348" descr="雪地上&#10;&#10;中度可信度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5" r="838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标题"/>
          <p:cNvSpPr txBox="1">
            <a:spLocks noGrp="1"/>
          </p:cNvSpPr>
          <p:nvPr>
            <p:ph type="title" idx="2" hasCustomPrompt="1"/>
            <p:custDataLst>
              <p:tags r:id="rId4"/>
            </p:custDataLst>
          </p:nvPr>
        </p:nvSpPr>
        <p:spPr>
          <a:xfrm>
            <a:off x="904875" y="1714500"/>
            <a:ext cx="7571105" cy="193421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7" name="署名"/>
          <p:cNvSpPr txBox="1">
            <a:spLocks noGrp="1"/>
          </p:cNvSpPr>
          <p:nvPr>
            <p:ph type="body" idx="1" hasCustomPrompt="1"/>
            <p:custDataLst>
              <p:tags r:id="rId5"/>
            </p:custDataLst>
          </p:nvPr>
        </p:nvSpPr>
        <p:spPr>
          <a:xfrm>
            <a:off x="904875" y="3999865"/>
            <a:ext cx="2019300" cy="48387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effectLst/>
        </p:spPr>
        <p:txBody>
          <a:bodyPr vert="horz" wrap="square" lIns="0" tIns="0" rIns="0" bIns="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400" b="1" i="0" u="none" strike="noStrike" kern="1200" cap="none" spc="0" normalizeH="0" baseline="0" noProof="1" dirty="0">
                <a:solidFill>
                  <a:srgbClr val="FFFFFF"/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dirty="0">
                <a:sym typeface="+mn-ea"/>
              </a:rPr>
              <a:t>单击此处编辑文本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1" Type="http://schemas.openxmlformats.org/officeDocument/2006/relationships/theme" Target="../theme/theme2.xml"/><Relationship Id="rId20" Type="http://schemas.openxmlformats.org/officeDocument/2006/relationships/tags" Target="../tags/tag82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81.xml"/><Relationship Id="rId18" Type="http://schemas.openxmlformats.org/officeDocument/2006/relationships/tags" Target="../tags/tag80.xml"/><Relationship Id="rId17" Type="http://schemas.openxmlformats.org/officeDocument/2006/relationships/tags" Target="../tags/tag79.xml"/><Relationship Id="rId16" Type="http://schemas.openxmlformats.org/officeDocument/2006/relationships/tags" Target="../tags/tag78.xml"/><Relationship Id="rId15" Type="http://schemas.openxmlformats.org/officeDocument/2006/relationships/tags" Target="../tags/tag77.xml"/><Relationship Id="rId14" Type="http://schemas.openxmlformats.org/officeDocument/2006/relationships/tags" Target="../tags/tag76.xml"/><Relationship Id="rId13" Type="http://schemas.openxmlformats.org/officeDocument/2006/relationships/image" Target="../media/image1.jpeg"/><Relationship Id="rId12" Type="http://schemas.openxmlformats.org/officeDocument/2006/relationships/tags" Target="../tags/tag7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雪地上&#10;&#10;中度可信度描述已自动生成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 rotWithShape="1">
          <a:blip r:embed="rId1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8" name="矩形 7"/>
          <p:cNvSpPr/>
          <p:nvPr userDrawn="1">
            <p:custDataLst>
              <p:tags r:id="rId14"/>
            </p:custDataLst>
          </p:nvPr>
        </p:nvSpPr>
        <p:spPr>
          <a:xfrm>
            <a:off x="578485" y="599440"/>
            <a:ext cx="108000" cy="432000"/>
          </a:xfrm>
          <a:prstGeom prst="rect">
            <a:avLst/>
          </a:prstGeom>
          <a:solidFill>
            <a:schemeClr val="accent2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  <p:sp>
        <p:nvSpPr>
          <p:cNvPr id="2" name="文本占位符 1"/>
          <p:cNvSpPr>
            <a:spLocks noGrp="1"/>
          </p:cNvSpPr>
          <p:nvPr>
            <p:ph type="body" idx="1"/>
            <p:custDataLst>
              <p:tags r:id="rId18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</a:pPr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9" name="标题占位符 8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</p:spPr>
        <p:txBody>
          <a:bodyPr vert="horz" wrap="square" lIns="91440" tIns="0" rIns="91440" bIns="0" rtlCol="0" anchor="b" anchorCtr="0">
            <a:normAutofit/>
          </a:bodyPr>
          <a:lstStyle/>
          <a:p>
            <a:pPr marL="0" marR="0" lvl="0" fontAlgn="auto">
              <a:lnSpc>
                <a:spcPct val="100000"/>
              </a:lnSpc>
              <a:buClrTx/>
              <a:buSzTx/>
              <a:buFontTx/>
            </a:pPr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KSO_TEMPLATE" hidden="1"/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0" lang="zh-CN" altLang="en-US" sz="3200" b="1" i="0" u="none" strike="noStrike" kern="1200" cap="none" spc="0" normalizeH="0" baseline="0" dirty="0" smtClean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0" lang="zh-CN" altLang="en-US" sz="1800" b="0" i="0" u="none" strike="noStrike" kern="1200" cap="none" spc="150" normalizeH="0" baseline="0" noProof="1" dirty="0" smtClean="0">
          <a:ln>
            <a:noFill/>
            <a:prstDash val="sysDot"/>
          </a:ln>
          <a:solidFill>
            <a:schemeClr val="tx1">
              <a:lumMod val="75000"/>
              <a:lumOff val="25000"/>
            </a:schemeClr>
          </a:solidFill>
          <a:uFillTx/>
          <a:latin typeface="+mn-ea"/>
          <a:ea typeface="+mn-ea"/>
          <a:cs typeface="+mn-cs"/>
          <a:sym typeface="+mn-ea"/>
        </a:defRPr>
      </a:lvl1pPr>
      <a:lvl2pPr marL="6858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Font typeface="Arial" panose="020B0604020202020204" pitchFamily="34" charset="0"/>
        <a:buChar char="•"/>
        <a:defRPr kumimoji="0" lang="zh-CN" altLang="en-US" sz="1600" b="0" i="0" u="none" strike="noStrike" kern="1200" cap="none" spc="150" normalizeH="0" baseline="0" dirty="0" smtClean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+mn-cs"/>
        </a:defRPr>
      </a:lvl2pPr>
      <a:lvl3pPr marL="11430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Font typeface="Arial" panose="020B0604020202020204" pitchFamily="34" charset="0"/>
        <a:buChar char="•"/>
        <a:defRPr kumimoji="0" lang="zh-CN" altLang="en-US" sz="1600" b="0" i="0" u="none" strike="noStrike" kern="1200" cap="none" spc="150" normalizeH="0" baseline="0" dirty="0" smtClean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+mn-cs"/>
        </a:defRPr>
      </a:lvl3pPr>
      <a:lvl4pPr marL="16002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Font typeface="Arial" panose="020B0604020202020204" pitchFamily="34" charset="0"/>
        <a:buChar char="•"/>
        <a:defRPr kumimoji="0" lang="zh-CN" altLang="en-US" sz="1600" b="0" i="0" u="none" strike="noStrike" kern="1200" cap="none" spc="150" normalizeH="0" baseline="0" dirty="0" smtClean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+mn-cs"/>
        </a:defRPr>
      </a:lvl4pPr>
      <a:lvl5pPr marL="20574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Font typeface="Arial" panose="020B0604020202020204" pitchFamily="34" charset="0"/>
        <a:buChar char="•"/>
        <a:defRPr kumimoji="0" lang="zh-CN" altLang="en-US" sz="1600" b="0" i="0" u="none" strike="noStrike" kern="1200" cap="none" spc="150" normalizeH="0" baseline="0" dirty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tags" Target="../tags/tag8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87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88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89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90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91.xml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9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3.xml"/><Relationship Id="rId6" Type="http://schemas.openxmlformats.org/officeDocument/2006/relationships/tags" Target="../tags/tag93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94.xml"/><Relationship Id="rId1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95.xml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96.xml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3.xml"/><Relationship Id="rId6" Type="http://schemas.openxmlformats.org/officeDocument/2006/relationships/tags" Target="../tags/tag9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占位符 5"/>
          <p:cNvSpPr>
            <a:spLocks noGrp="1"/>
          </p:cNvSpPr>
          <p:nvPr>
            <p:ph type="body" idx="3"/>
            <p:custDataLst>
              <p:tags r:id="rId1"/>
            </p:custDataLst>
          </p:nvPr>
        </p:nvSpPr>
        <p:spPr>
          <a:xfrm>
            <a:off x="904875" y="3515995"/>
            <a:ext cx="2019300" cy="483870"/>
          </a:xfrm>
        </p:spPr>
        <p:txBody>
          <a:bodyPr/>
          <a:p>
            <a:r>
              <a:rPr lang="zh-CN" altLang="en-US"/>
              <a:t>作者：许子</a:t>
            </a:r>
            <a:r>
              <a:rPr lang="zh-CN" altLang="en-US"/>
              <a:t>洋</a:t>
            </a:r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title" idx="2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en-US" altLang="zh-CN"/>
              <a:t>ADP32F036</a:t>
            </a:r>
            <a:r>
              <a:t>开发</a:t>
            </a:r>
            <a:r>
              <a:t>指南</a:t>
            </a:r>
          </a:p>
        </p:txBody>
      </p:sp>
      <p:sp>
        <p:nvSpPr>
          <p:cNvPr id="8" name="文本占位符 3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904875" y="1689735"/>
            <a:ext cx="7571105" cy="638175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buClrTx/>
              <a:buSzTx/>
              <a:buFontTx/>
              <a:buNone/>
              <a:defRPr kumimoji="0" lang="en-US" altLang="zh-CN" sz="2400" b="1" i="0" u="none" strike="noStrike" kern="1200" cap="none" spc="0" normalizeH="0" baseline="0" noProof="1" dirty="0" smtClean="0">
                <a:ln>
                  <a:noFill/>
                  <a:prstDash val="sysDot"/>
                </a:ln>
                <a:solidFill>
                  <a:schemeClr val="accent1"/>
                </a:solidFill>
                <a:uFillTx/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  <a:lvl2pPr marL="685800" marR="0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4pPr>
            <a:lvl5pPr marL="2057400" marR="0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solidFill>
                  <a:schemeClr val="accent1"/>
                </a:solidFill>
              </a:rPr>
              <a:t>技术文档</a:t>
            </a:r>
            <a:endParaRPr lang="zh-CN" altLang="en-US">
              <a:solidFill>
                <a:schemeClr val="accent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3"/>
          </p:nvPr>
        </p:nvSpPr>
        <p:spPr>
          <a:xfrm>
            <a:off x="695325" y="1245235"/>
            <a:ext cx="2961640" cy="5008245"/>
          </a:xfrm>
        </p:spPr>
        <p:txBody>
          <a:bodyPr>
            <a:normAutofit fontScale="70000"/>
          </a:bodyPr>
          <a:p>
            <a:pPr marL="0" indent="0">
              <a:buNone/>
            </a:pPr>
            <a:r>
              <a:rPr lang="en-US" altLang="en-US"/>
              <a:t>●</a:t>
            </a:r>
            <a:r>
              <a:rPr lang="en-US" altLang="zh-CN"/>
              <a:t> </a:t>
            </a:r>
            <a:r>
              <a:rPr lang="zh-CN" altLang="en-US"/>
              <a:t>高性能</a:t>
            </a:r>
            <a:r>
              <a:rPr lang="en-US" altLang="zh-CN"/>
              <a:t>32</a:t>
            </a:r>
            <a:r>
              <a:rPr lang="zh-CN" altLang="en-US"/>
              <a:t>位定点</a:t>
            </a:r>
            <a:r>
              <a:rPr lang="en-US" altLang="zh-CN"/>
              <a:t>DSP</a:t>
            </a:r>
            <a:r>
              <a:rPr lang="zh-CN" altLang="en-US"/>
              <a:t>内核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   </a:t>
            </a:r>
            <a:r>
              <a:rPr lang="en-US" altLang="zh-CN">
                <a:solidFill>
                  <a:srgbClr val="FF0000"/>
                </a:solidFill>
              </a:rPr>
              <a:t> - </a:t>
            </a:r>
            <a:r>
              <a:rPr lang="zh-CN" altLang="en-US">
                <a:solidFill>
                  <a:srgbClr val="FF0000"/>
                </a:solidFill>
              </a:rPr>
              <a:t>主频最高</a:t>
            </a:r>
            <a:r>
              <a:rPr lang="en-US" altLang="zh-CN">
                <a:solidFill>
                  <a:srgbClr val="FF0000"/>
                </a:solidFill>
              </a:rPr>
              <a:t>100MHz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    - 16 x 16</a:t>
            </a:r>
            <a:r>
              <a:rPr lang="zh-CN" altLang="en-US"/>
              <a:t>和</a:t>
            </a:r>
            <a:r>
              <a:rPr lang="en-US" altLang="zh-CN"/>
              <a:t>32 x 32</a:t>
            </a:r>
            <a:r>
              <a:rPr lang="zh-CN" altLang="en-US"/>
              <a:t>乘累加</a:t>
            </a:r>
            <a:r>
              <a:rPr lang="en-US" altLang="zh-CN"/>
              <a:t>MAC</a:t>
            </a:r>
            <a:r>
              <a:rPr lang="zh-CN" altLang="en-US"/>
              <a:t>操作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    - 16 x 16</a:t>
            </a:r>
            <a:r>
              <a:rPr lang="zh-CN" altLang="en-US"/>
              <a:t>双</a:t>
            </a:r>
            <a:r>
              <a:rPr lang="en-US" altLang="zh-CN"/>
              <a:t>MAC</a:t>
            </a:r>
            <a:r>
              <a:rPr lang="zh-CN" altLang="en-US"/>
              <a:t>操作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    - </a:t>
            </a:r>
            <a:r>
              <a:rPr lang="zh-CN" altLang="en-US"/>
              <a:t>哈佛（</a:t>
            </a:r>
            <a:r>
              <a:rPr lang="en-US" altLang="zh-CN"/>
              <a:t>Harvard</a:t>
            </a:r>
            <a:r>
              <a:rPr lang="zh-CN" altLang="en-US"/>
              <a:t>）总线架构</a:t>
            </a:r>
            <a:endParaRPr lang="zh-CN" altLang="en-US"/>
          </a:p>
          <a:p>
            <a:pPr marL="0" indent="0">
              <a:buNone/>
            </a:pPr>
            <a:r>
              <a:rPr lang="en-US" altLang="en-US"/>
              <a:t>●</a:t>
            </a:r>
            <a:r>
              <a:rPr lang="en-US" altLang="zh-CN"/>
              <a:t> </a:t>
            </a:r>
            <a:r>
              <a:rPr lang="zh-CN" altLang="en-US"/>
              <a:t>可编程控制律加速单元</a:t>
            </a:r>
            <a:r>
              <a:rPr lang="en-US" altLang="zh-CN"/>
              <a:t>(CLA)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    - 32</a:t>
            </a:r>
            <a:r>
              <a:rPr lang="zh-CN" altLang="en-US"/>
              <a:t>位浮点算术加速器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    - </a:t>
            </a:r>
            <a:r>
              <a:rPr lang="zh-CN" altLang="en-US"/>
              <a:t>加速代码与</a:t>
            </a:r>
            <a:r>
              <a:rPr lang="en-US" altLang="zh-CN"/>
              <a:t>CPU</a:t>
            </a:r>
            <a:r>
              <a:rPr lang="zh-CN" altLang="en-US"/>
              <a:t>代码并行执行</a:t>
            </a:r>
            <a:endParaRPr lang="zh-CN" altLang="en-US"/>
          </a:p>
          <a:p>
            <a:pPr marL="0" indent="0">
              <a:buNone/>
            </a:pPr>
            <a:r>
              <a:rPr lang="en-US" altLang="en-US"/>
              <a:t>●</a:t>
            </a:r>
            <a:r>
              <a:rPr lang="en-US" altLang="zh-CN"/>
              <a:t> </a:t>
            </a:r>
            <a:r>
              <a:rPr lang="zh-CN" altLang="en-US"/>
              <a:t>单电源供电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    - IO 3.3~5V</a:t>
            </a:r>
            <a:r>
              <a:rPr lang="zh-CN" altLang="en-US"/>
              <a:t>，内核</a:t>
            </a:r>
            <a:r>
              <a:rPr lang="en-US" altLang="zh-CN"/>
              <a:t>1.2V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    - </a:t>
            </a:r>
            <a:r>
              <a:rPr lang="zh-CN" altLang="en-US"/>
              <a:t>集成</a:t>
            </a:r>
            <a:r>
              <a:rPr lang="en-US" altLang="zh-CN"/>
              <a:t>POR</a:t>
            </a:r>
            <a:r>
              <a:rPr lang="zh-CN" altLang="en-US"/>
              <a:t>、</a:t>
            </a:r>
            <a:r>
              <a:rPr lang="en-US" altLang="zh-CN"/>
              <a:t>BOR</a:t>
            </a:r>
            <a:r>
              <a:rPr lang="zh-CN" altLang="en-US"/>
              <a:t>电路</a:t>
            </a:r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 idx="2"/>
          </p:nvPr>
        </p:nvSpPr>
        <p:spPr/>
        <p:txBody>
          <a:bodyPr/>
          <a:p>
            <a:r>
              <a:rPr lang="en-US" altLang="zh-CN"/>
              <a:t>ADP32F036</a:t>
            </a:r>
            <a:r>
              <a:t>资源总览</a:t>
            </a:r>
            <a:r>
              <a:rPr sz="1800"/>
              <a:t>（红</a:t>
            </a:r>
            <a:r>
              <a:rPr sz="1800"/>
              <a:t>字为对比</a:t>
            </a:r>
            <a:r>
              <a:rPr lang="en-US" altLang="zh-CN" sz="1800"/>
              <a:t>035</a:t>
            </a:r>
            <a:r>
              <a:rPr sz="1800"/>
              <a:t>差异点）</a:t>
            </a:r>
            <a:endParaRPr sz="1800"/>
          </a:p>
        </p:txBody>
      </p:sp>
      <p:sp>
        <p:nvSpPr>
          <p:cNvPr id="4" name="内容占位符 1"/>
          <p:cNvSpPr>
            <a:spLocks noGrp="1"/>
          </p:cNvSpPr>
          <p:nvPr/>
        </p:nvSpPr>
        <p:spPr>
          <a:xfrm>
            <a:off x="3752215" y="1245235"/>
            <a:ext cx="4224655" cy="534225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 fontScale="80000"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Heavy" panose="00000A00000000000000" charset="-122"/>
                <a:sym typeface="+mn-ea"/>
              </a:defRPr>
            </a:lvl1pPr>
            <a:lvl2pPr marL="685800" marR="0" lvl="1" indent="-228600" algn="l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5pPr>
            <a:lvl6pPr marL="2514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/>
              <a:t>●</a:t>
            </a:r>
            <a:r>
              <a:rPr lang="en-US" altLang="zh-CN"/>
              <a:t> </a:t>
            </a:r>
            <a:r>
              <a:rPr lang="zh-CN" altLang="en-US"/>
              <a:t>片内存储器资源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   </a:t>
            </a:r>
            <a:r>
              <a:rPr lang="en-US" altLang="zh-CN">
                <a:solidFill>
                  <a:srgbClr val="FF0000"/>
                </a:solidFill>
              </a:rPr>
              <a:t> - 18K</a:t>
            </a:r>
            <a:r>
              <a:rPr lang="en-US" altLang="en-US">
                <a:solidFill>
                  <a:srgbClr val="FF0000"/>
                </a:solidFill>
              </a:rPr>
              <a:t>×</a:t>
            </a:r>
            <a:r>
              <a:rPr lang="en-US" altLang="zh-CN">
                <a:solidFill>
                  <a:srgbClr val="FF0000"/>
                </a:solidFill>
              </a:rPr>
              <a:t>16</a:t>
            </a:r>
            <a:r>
              <a:rPr lang="zh-CN" altLang="en-US">
                <a:solidFill>
                  <a:srgbClr val="FF0000"/>
                </a:solidFill>
              </a:rPr>
              <a:t>位</a:t>
            </a:r>
            <a:r>
              <a:rPr lang="en-US" altLang="zh-CN">
                <a:solidFill>
                  <a:srgbClr val="FF0000"/>
                </a:solidFill>
              </a:rPr>
              <a:t>SARAM</a:t>
            </a:r>
            <a:r>
              <a:rPr lang="zh-CN" altLang="en-US"/>
              <a:t>（</a:t>
            </a:r>
            <a:r>
              <a:rPr lang="en-US" altLang="zh-CN"/>
              <a:t>ECC</a:t>
            </a:r>
            <a:r>
              <a:rPr lang="zh-CN" altLang="en-US"/>
              <a:t>或奇偶校验保护）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    - 64K x 16</a:t>
            </a:r>
            <a:r>
              <a:rPr lang="zh-CN" altLang="en-US"/>
              <a:t>位</a:t>
            </a:r>
            <a:r>
              <a:rPr lang="en-US" altLang="zh-CN"/>
              <a:t>Flash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    - 8K x 16</a:t>
            </a:r>
            <a:r>
              <a:rPr lang="zh-CN" altLang="en-US"/>
              <a:t>位</a:t>
            </a:r>
            <a:r>
              <a:rPr lang="en-US" altLang="zh-CN"/>
              <a:t>BootROM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    - 1K x 16</a:t>
            </a:r>
            <a:r>
              <a:rPr lang="zh-CN" altLang="en-US"/>
              <a:t>位</a:t>
            </a:r>
            <a:r>
              <a:rPr lang="en-US" altLang="zh-CN"/>
              <a:t>OTP</a:t>
            </a:r>
            <a:endParaRPr lang="en-US" altLang="zh-CN"/>
          </a:p>
          <a:p>
            <a:pPr marL="0" indent="0">
              <a:buNone/>
            </a:pPr>
            <a:r>
              <a:rPr lang="en-US" altLang="en-US"/>
              <a:t>●</a:t>
            </a:r>
            <a:r>
              <a:rPr lang="en-US" altLang="zh-CN"/>
              <a:t> ADC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    - 12bit SAR</a:t>
            </a:r>
            <a:r>
              <a:rPr lang="zh-CN" altLang="en-US"/>
              <a:t>，转换速率</a:t>
            </a:r>
            <a:r>
              <a:rPr lang="en-US" altLang="zh-CN"/>
              <a:t>4MSPS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    - 15</a:t>
            </a:r>
            <a:r>
              <a:rPr lang="zh-CN" altLang="en-US"/>
              <a:t>通道，含</a:t>
            </a:r>
            <a:r>
              <a:rPr lang="en-US" altLang="zh-CN"/>
              <a:t>1</a:t>
            </a:r>
            <a:r>
              <a:rPr lang="zh-CN" altLang="en-US"/>
              <a:t>个温度传感器通道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    - </a:t>
            </a:r>
            <a:r>
              <a:rPr lang="zh-CN" altLang="en-US">
                <a:solidFill>
                  <a:srgbClr val="FF0000"/>
                </a:solidFill>
              </a:rPr>
              <a:t>输入范围</a:t>
            </a:r>
            <a:r>
              <a:rPr lang="en-US" altLang="zh-CN">
                <a:solidFill>
                  <a:srgbClr val="FF0000"/>
                </a:solidFill>
              </a:rPr>
              <a:t>0~3V</a:t>
            </a:r>
            <a:r>
              <a:rPr lang="zh-CN" altLang="en-US"/>
              <a:t>，内部基准</a:t>
            </a:r>
            <a:endParaRPr lang="zh-CN" altLang="en-US"/>
          </a:p>
          <a:p>
            <a:pPr marL="0" indent="0">
              <a:buNone/>
            </a:pPr>
            <a:r>
              <a:rPr lang="en-US" altLang="en-US"/>
              <a:t>●</a:t>
            </a:r>
            <a:r>
              <a:rPr lang="en-US" altLang="zh-CN"/>
              <a:t> </a:t>
            </a:r>
            <a:r>
              <a:rPr lang="zh-CN" altLang="en-US"/>
              <a:t>运算放大器</a:t>
            </a:r>
            <a:endParaRPr lang="zh-CN" altLang="en-US"/>
          </a:p>
          <a:p>
            <a:pPr marL="0" indent="0">
              <a:buNone/>
            </a:pPr>
            <a:r>
              <a:rPr lang="en-US" altLang="zh-CN">
                <a:solidFill>
                  <a:srgbClr val="FF0000"/>
                </a:solidFill>
              </a:rPr>
              <a:t>    - 1</a:t>
            </a:r>
            <a:r>
              <a:rPr lang="zh-CN" altLang="en-US">
                <a:solidFill>
                  <a:srgbClr val="FF0000"/>
                </a:solidFill>
              </a:rPr>
              <a:t>个</a:t>
            </a:r>
            <a:r>
              <a:rPr lang="en-US" altLang="zh-CN">
                <a:solidFill>
                  <a:srgbClr val="FF0000"/>
                </a:solidFill>
              </a:rPr>
              <a:t>OP</a:t>
            </a:r>
            <a:r>
              <a:rPr lang="zh-CN" altLang="en-US">
                <a:solidFill>
                  <a:srgbClr val="FF0000"/>
                </a:solidFill>
              </a:rPr>
              <a:t>，可用于母线电流检测放大</a:t>
            </a:r>
            <a:endParaRPr lang="zh-CN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>
                <a:solidFill>
                  <a:srgbClr val="FF0000"/>
                </a:solidFill>
              </a:rPr>
              <a:t>    - 3</a:t>
            </a:r>
            <a:r>
              <a:rPr lang="zh-CN" altLang="en-US">
                <a:solidFill>
                  <a:srgbClr val="FF0000"/>
                </a:solidFill>
              </a:rPr>
              <a:t>个</a:t>
            </a:r>
            <a:r>
              <a:rPr lang="en-US" altLang="zh-CN">
                <a:solidFill>
                  <a:srgbClr val="FF0000"/>
                </a:solidFill>
              </a:rPr>
              <a:t>PGA</a:t>
            </a:r>
            <a:r>
              <a:rPr lang="zh-CN" altLang="en-US">
                <a:solidFill>
                  <a:srgbClr val="FF0000"/>
                </a:solidFill>
              </a:rPr>
              <a:t>，可用于相电流检测放大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5" name="内容占位符 1"/>
          <p:cNvSpPr>
            <a:spLocks noGrp="1"/>
          </p:cNvSpPr>
          <p:nvPr/>
        </p:nvSpPr>
        <p:spPr>
          <a:xfrm>
            <a:off x="7689215" y="1245235"/>
            <a:ext cx="4502785" cy="493077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 fontScale="70000"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Heavy" panose="00000A00000000000000" charset="-122"/>
                <a:sym typeface="+mn-ea"/>
              </a:defRPr>
            </a:lvl1pPr>
            <a:lvl2pPr marL="685800" marR="0" lvl="1" indent="-228600" algn="l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5pPr>
            <a:lvl6pPr marL="2514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/>
              <a:t>●</a:t>
            </a:r>
            <a:r>
              <a:rPr lang="en-US" altLang="zh-CN"/>
              <a:t> </a:t>
            </a:r>
            <a:r>
              <a:rPr lang="zh-CN" altLang="en-US"/>
              <a:t>电压比较器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    - 3个电压比较器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    - 外部或内置8bit DAC电压参考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    - 输出关联TZ，支持逐周期封波保护</a:t>
            </a:r>
            <a:endParaRPr lang="en-US" altLang="zh-CN"/>
          </a:p>
          <a:p>
            <a:pPr marL="0" indent="0">
              <a:buNone/>
            </a:pPr>
            <a:r>
              <a:rPr lang="en-US" altLang="en-US"/>
              <a:t>●</a:t>
            </a:r>
            <a:r>
              <a:rPr lang="en-US" altLang="zh-CN"/>
              <a:t> </a:t>
            </a:r>
            <a:r>
              <a:rPr lang="zh-CN" altLang="en-US"/>
              <a:t>增强型控制外设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    - 3</a:t>
            </a:r>
            <a:r>
              <a:rPr lang="zh-CN" altLang="en-US"/>
              <a:t>个</a:t>
            </a:r>
            <a:r>
              <a:rPr lang="en-US" altLang="zh-CN"/>
              <a:t>32</a:t>
            </a:r>
            <a:r>
              <a:rPr lang="zh-CN" altLang="en-US"/>
              <a:t>位定时</a:t>
            </a:r>
            <a:r>
              <a:rPr lang="en-US" altLang="zh-CN"/>
              <a:t>/</a:t>
            </a:r>
            <a:r>
              <a:rPr lang="zh-CN" altLang="en-US"/>
              <a:t>计数器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    - 5</a:t>
            </a:r>
            <a:r>
              <a:rPr lang="zh-CN" altLang="en-US"/>
              <a:t>个</a:t>
            </a:r>
            <a:r>
              <a:rPr lang="en-US" altLang="zh-CN"/>
              <a:t>16</a:t>
            </a:r>
            <a:r>
              <a:rPr lang="zh-CN" altLang="en-US"/>
              <a:t>位定时</a:t>
            </a:r>
            <a:r>
              <a:rPr lang="en-US" altLang="zh-CN"/>
              <a:t>/</a:t>
            </a:r>
            <a:r>
              <a:rPr lang="zh-CN" altLang="en-US"/>
              <a:t>计数器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    - </a:t>
            </a:r>
            <a:r>
              <a:rPr lang="en-US" altLang="zh-CN">
                <a:solidFill>
                  <a:srgbClr val="FF0000"/>
                </a:solidFill>
              </a:rPr>
              <a:t>10</a:t>
            </a:r>
            <a:r>
              <a:rPr lang="zh-CN" altLang="en-US">
                <a:solidFill>
                  <a:srgbClr val="FF0000"/>
                </a:solidFill>
              </a:rPr>
              <a:t>路</a:t>
            </a:r>
            <a:r>
              <a:rPr lang="en-US" altLang="zh-CN">
                <a:solidFill>
                  <a:srgbClr val="FF0000"/>
                </a:solidFill>
              </a:rPr>
              <a:t>PWM</a:t>
            </a:r>
            <a:r>
              <a:rPr lang="zh-CN" altLang="en-US">
                <a:solidFill>
                  <a:srgbClr val="FF0000"/>
                </a:solidFill>
              </a:rPr>
              <a:t>输出</a:t>
            </a:r>
            <a:r>
              <a:rPr lang="zh-CN" altLang="en-US"/>
              <a:t>（</a:t>
            </a:r>
            <a:r>
              <a:rPr lang="en-US" altLang="zh-CN"/>
              <a:t>5</a:t>
            </a:r>
            <a:r>
              <a:rPr lang="zh-CN" altLang="en-US"/>
              <a:t>路支持</a:t>
            </a:r>
            <a:r>
              <a:rPr lang="en-US" altLang="zh-CN"/>
              <a:t>HRPWM</a:t>
            </a:r>
            <a:r>
              <a:rPr lang="zh-CN" altLang="en-US"/>
              <a:t>）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    - 2</a:t>
            </a:r>
            <a:r>
              <a:rPr lang="zh-CN" altLang="en-US"/>
              <a:t>个捕获单元（</a:t>
            </a:r>
            <a:r>
              <a:rPr lang="en-US" altLang="zh-CN"/>
              <a:t>CAP1/HRCAP1</a:t>
            </a:r>
            <a:r>
              <a:rPr lang="zh-CN" altLang="en-US"/>
              <a:t>）</a:t>
            </a:r>
            <a:endParaRPr lang="zh-CN" altLang="en-US"/>
          </a:p>
          <a:p>
            <a:pPr marL="0" indent="0">
              <a:buNone/>
            </a:pPr>
            <a:r>
              <a:rPr lang="en-US" altLang="en-US"/>
              <a:t>●</a:t>
            </a:r>
            <a:r>
              <a:rPr lang="en-US" altLang="zh-CN"/>
              <a:t> </a:t>
            </a:r>
            <a:r>
              <a:rPr lang="zh-CN" altLang="en-US"/>
              <a:t>串行通讯外设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    - CAN</a:t>
            </a:r>
            <a:r>
              <a:rPr lang="zh-CN" altLang="en-US"/>
              <a:t>、</a:t>
            </a:r>
            <a:r>
              <a:rPr lang="en-US" altLang="zh-CN"/>
              <a:t>SPI</a:t>
            </a:r>
            <a:r>
              <a:rPr lang="zh-CN" altLang="en-US"/>
              <a:t>、</a:t>
            </a:r>
            <a:r>
              <a:rPr lang="en-US" altLang="zh-CN"/>
              <a:t>SCI</a:t>
            </a:r>
            <a:r>
              <a:rPr lang="zh-CN" altLang="en-US"/>
              <a:t>、</a:t>
            </a:r>
            <a:r>
              <a:rPr lang="en-US" altLang="zh-CN"/>
              <a:t>LIN</a:t>
            </a:r>
            <a:r>
              <a:rPr lang="zh-CN" altLang="en-US"/>
              <a:t>、</a:t>
            </a:r>
            <a:r>
              <a:rPr lang="en-US" altLang="zh-CN"/>
              <a:t>IIC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    </a:t>
            </a:r>
            <a:r>
              <a:rPr lang="en-US" altLang="zh-CN">
                <a:solidFill>
                  <a:srgbClr val="FF0000"/>
                </a:solidFill>
              </a:rPr>
              <a:t>- 1</a:t>
            </a:r>
            <a:r>
              <a:rPr lang="zh-CN" altLang="en-US">
                <a:solidFill>
                  <a:srgbClr val="FF0000"/>
                </a:solidFill>
              </a:rPr>
              <a:t>通道</a:t>
            </a:r>
            <a:r>
              <a:rPr lang="en-US" altLang="zh-CN">
                <a:solidFill>
                  <a:srgbClr val="FF0000"/>
                </a:solidFill>
              </a:rPr>
              <a:t>CANFD</a:t>
            </a:r>
            <a:endParaRPr lang="en-US" altLang="zh-CN">
              <a:solidFill>
                <a:srgbClr val="FF0000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56210"/>
            <a:ext cx="4419600" cy="101917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3"/>
          </p:nvPr>
        </p:nvSpPr>
        <p:spPr>
          <a:xfrm>
            <a:off x="695325" y="1245235"/>
            <a:ext cx="10536555" cy="650240"/>
          </a:xfrm>
        </p:spPr>
        <p:txBody>
          <a:bodyPr/>
          <a:p>
            <a:r>
              <a:rPr lang="en-US" altLang="zh-CN" sz="2400">
                <a:solidFill>
                  <a:srgbClr val="FF0000"/>
                </a:solidFill>
                <a:sym typeface="+mn-ea"/>
              </a:rPr>
              <a:t>18K</a:t>
            </a:r>
            <a:r>
              <a:rPr lang="en-US" sz="2400">
                <a:solidFill>
                  <a:srgbClr val="FF0000"/>
                </a:solidFill>
                <a:sym typeface="+mn-ea"/>
              </a:rPr>
              <a:t>×</a:t>
            </a:r>
            <a:r>
              <a:rPr lang="en-US" altLang="zh-CN" sz="2400">
                <a:solidFill>
                  <a:srgbClr val="FF0000"/>
                </a:solidFill>
                <a:sym typeface="+mn-ea"/>
              </a:rPr>
              <a:t>16</a:t>
            </a:r>
            <a:r>
              <a:rPr sz="2400">
                <a:solidFill>
                  <a:srgbClr val="FF0000"/>
                </a:solidFill>
                <a:sym typeface="+mn-ea"/>
              </a:rPr>
              <a:t>位</a:t>
            </a:r>
            <a:r>
              <a:rPr lang="en-US" altLang="zh-CN" sz="2400">
                <a:solidFill>
                  <a:srgbClr val="FF0000"/>
                </a:solidFill>
                <a:sym typeface="+mn-ea"/>
              </a:rPr>
              <a:t>SARAM</a:t>
            </a:r>
            <a:endParaRPr lang="en-US" altLang="zh-CN" sz="2400">
              <a:solidFill>
                <a:srgbClr val="FF0000"/>
              </a:solidFill>
              <a:sym typeface="+mn-ea"/>
            </a:endParaRPr>
          </a:p>
          <a:p>
            <a:endParaRPr lang="en-US" altLang="zh-CN" sz="2400">
              <a:solidFill>
                <a:srgbClr val="FF0000"/>
              </a:solidFill>
              <a:sym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 idx="2"/>
          </p:nvPr>
        </p:nvSpPr>
        <p:spPr/>
        <p:txBody>
          <a:bodyPr/>
          <a:p>
            <a:r>
              <a:rPr lang="en-US" altLang="zh-CN">
                <a:sym typeface="+mn-ea"/>
              </a:rPr>
              <a:t>ADP32F036</a:t>
            </a:r>
            <a:r>
              <a:rPr>
                <a:sym typeface="+mn-ea"/>
              </a:rPr>
              <a:t>资源</a:t>
            </a:r>
            <a:r>
              <a:rPr>
                <a:sym typeface="+mn-ea"/>
              </a:rPr>
              <a:t>配置</a:t>
            </a:r>
            <a:endParaRPr>
              <a:sym typeface="+mn-ea"/>
            </a:endParaRPr>
          </a:p>
        </p:txBody>
      </p:sp>
      <p:sp>
        <p:nvSpPr>
          <p:cNvPr id="4" name="内容占位符 1"/>
          <p:cNvSpPr>
            <a:spLocks noGrp="1"/>
          </p:cNvSpPr>
          <p:nvPr/>
        </p:nvSpPr>
        <p:spPr>
          <a:xfrm>
            <a:off x="695325" y="2033270"/>
            <a:ext cx="10536555" cy="65024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Heavy" panose="00000A00000000000000" charset="-122"/>
                <a:sym typeface="+mn-ea"/>
              </a:defRPr>
            </a:lvl1pPr>
            <a:lvl2pPr marL="685800" marR="0" lvl="1" indent="-228600" algn="l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5pPr>
            <a:lvl6pPr marL="2514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400">
              <a:solidFill>
                <a:srgbClr val="FF0000"/>
              </a:solidFill>
              <a:sym typeface="+mn-ea"/>
            </a:endParaRPr>
          </a:p>
          <a:p>
            <a:endParaRPr lang="en-US" altLang="zh-CN" sz="2400">
              <a:solidFill>
                <a:srgbClr val="FF0000"/>
              </a:solidFill>
              <a:sym typeface="+mn-ea"/>
            </a:endParaRPr>
          </a:p>
        </p:txBody>
      </p:sp>
      <p:sp>
        <p:nvSpPr>
          <p:cNvPr id="5" name="内容占位符 1"/>
          <p:cNvSpPr>
            <a:spLocks noGrp="1"/>
          </p:cNvSpPr>
          <p:nvPr/>
        </p:nvSpPr>
        <p:spPr>
          <a:xfrm>
            <a:off x="695325" y="1791970"/>
            <a:ext cx="10295890" cy="446151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Heavy" panose="00000A00000000000000" charset="-122"/>
                <a:sym typeface="+mn-ea"/>
              </a:defRPr>
            </a:lvl1pPr>
            <a:lvl2pPr marL="685800" marR="0" lvl="1" indent="-228600" algn="l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5pPr>
            <a:lvl6pPr marL="2514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t>相较于</a:t>
            </a:r>
            <a:r>
              <a:rPr lang="en-US" altLang="zh-CN"/>
              <a:t>Ti</a:t>
            </a:r>
            <a:r>
              <a:t>的</a:t>
            </a:r>
            <a:r>
              <a:rPr lang="en-US" altLang="zh-CN"/>
              <a:t>2803x</a:t>
            </a:r>
            <a:r>
              <a:t>系列，我司的</a:t>
            </a:r>
            <a:r>
              <a:rPr lang="en-US" altLang="zh-CN"/>
              <a:t>036</a:t>
            </a:r>
            <a:r>
              <a:t>以及</a:t>
            </a:r>
            <a:r>
              <a:rPr lang="en-US" altLang="zh-CN"/>
              <a:t>03xB</a:t>
            </a:r>
            <a:r>
              <a:t>系列显著优势是增加了</a:t>
            </a:r>
            <a:r>
              <a:rPr lang="en-US" altLang="zh-CN"/>
              <a:t>8K*16</a:t>
            </a:r>
            <a:r>
              <a:t>的</a:t>
            </a:r>
            <a:r>
              <a:rPr lang="en-US" altLang="zh-CN"/>
              <a:t>RAM</a:t>
            </a:r>
            <a:r>
              <a:t>空间。</a:t>
            </a:r>
          </a:p>
          <a:p>
            <a:pPr marL="0" indent="0">
              <a:buNone/>
            </a:pPr>
            <a:r>
              <a:t>由于不同于</a:t>
            </a:r>
            <a:r>
              <a:rPr lang="en-US" altLang="zh-CN"/>
              <a:t>ti</a:t>
            </a:r>
            <a:r>
              <a:t>的配置，需要客户在开发之前更改</a:t>
            </a:r>
            <a:r>
              <a:rPr lang="en-US" altLang="zh-CN"/>
              <a:t>CCS</a:t>
            </a:r>
            <a:r>
              <a:t>中</a:t>
            </a:r>
            <a:r>
              <a:rPr lang="en-US" altLang="zh-CN"/>
              <a:t>28035</a:t>
            </a:r>
            <a:r>
              <a:t>的配置文件，从而让</a:t>
            </a:r>
            <a:r>
              <a:rPr lang="en-US" altLang="zh-CN"/>
              <a:t>CCS</a:t>
            </a:r>
            <a:r>
              <a:t>识别到这部分</a:t>
            </a:r>
            <a:r>
              <a:rPr lang="en-US" altLang="zh-CN"/>
              <a:t>RAM</a:t>
            </a:r>
            <a:r>
              <a:t>的拓展空间，具体操作</a:t>
            </a:r>
            <a:r>
              <a:t>如下：</a:t>
            </a:r>
          </a:p>
          <a:p>
            <a:pPr marL="0" indent="0">
              <a:buNone/>
            </a:pPr>
            <a:r>
              <a:rPr lang="en-US" altLang="zh-CN"/>
              <a:t>1.</a:t>
            </a:r>
            <a:r>
              <a:t>找到</a:t>
            </a:r>
            <a:r>
              <a:rPr lang="en-US" altLang="zh-CN"/>
              <a:t>CCS</a:t>
            </a:r>
            <a:r>
              <a:t>目录下的</a:t>
            </a:r>
            <a:r>
              <a:rPr lang="en-US" altLang="zh-CN"/>
              <a:t>28035.gel</a:t>
            </a:r>
            <a:r>
              <a:t>文件：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185" y="3934460"/>
            <a:ext cx="5307965" cy="1294130"/>
          </a:xfrm>
          <a:prstGeom prst="rect">
            <a:avLst/>
          </a:prstGeom>
        </p:spPr>
      </p:pic>
      <p:sp>
        <p:nvSpPr>
          <p:cNvPr id="7" name="内容占位符 1"/>
          <p:cNvSpPr>
            <a:spLocks noGrp="1"/>
          </p:cNvSpPr>
          <p:nvPr/>
        </p:nvSpPr>
        <p:spPr>
          <a:xfrm>
            <a:off x="6134735" y="3045460"/>
            <a:ext cx="5657850" cy="333311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Heavy" panose="00000A00000000000000" charset="-122"/>
                <a:sym typeface="+mn-ea"/>
              </a:defRPr>
            </a:lvl1pPr>
            <a:lvl2pPr marL="685800" marR="0" lvl="1" indent="-228600" algn="l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5pPr>
            <a:lvl6pPr marL="2514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/>
              <a:t>2.</a:t>
            </a:r>
            <a:r>
              <a:rPr lang="zh-CN" altLang="en-US"/>
              <a:t>用户直接在</a:t>
            </a:r>
            <a:r>
              <a:rPr lang="en-US" altLang="zh-CN"/>
              <a:t> F2803x </a:t>
            </a:r>
            <a:r>
              <a:rPr lang="zh-CN" altLang="en-US"/>
              <a:t>的</a:t>
            </a:r>
            <a:r>
              <a:rPr lang="en-US" altLang="zh-CN"/>
              <a:t> f28035.gel </a:t>
            </a:r>
            <a:r>
              <a:rPr lang="zh-CN" altLang="en-US"/>
              <a:t>中新增</a:t>
            </a:r>
            <a:r>
              <a:rPr lang="en-US" altLang="zh-CN"/>
              <a:t> GEL_MapAdd(0xA000,0,0x2000,1,1)</a:t>
            </a:r>
            <a:endParaRPr lang="en-US" altLang="zh-CN"/>
          </a:p>
          <a:p>
            <a:pPr marL="0" indent="0">
              <a:buNone/>
            </a:pPr>
            <a:endParaRPr lang="en-US" altLang="zh-CN">
              <a:solidFill>
                <a:srgbClr val="FF0000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5490" y="3934460"/>
            <a:ext cx="5887085" cy="207708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3"/>
          </p:nvPr>
        </p:nvSpPr>
        <p:spPr>
          <a:xfrm>
            <a:off x="695325" y="1978025"/>
            <a:ext cx="11143615" cy="4295140"/>
          </a:xfrm>
        </p:spPr>
        <p:txBody>
          <a:bodyPr/>
          <a:p>
            <a:pPr marL="0" indent="0">
              <a:buNone/>
            </a:pPr>
            <a:r>
              <a:rPr lang="en-US" altLang="zh-CN"/>
              <a:t>Ti</a:t>
            </a:r>
            <a:r>
              <a:t>的</a:t>
            </a:r>
            <a:r>
              <a:rPr lang="en-US" altLang="zh-CN"/>
              <a:t>28035</a:t>
            </a:r>
            <a:r>
              <a:t>以及我司的</a:t>
            </a:r>
            <a:r>
              <a:rPr lang="en-US" altLang="zh-CN"/>
              <a:t>ADP32F035</a:t>
            </a:r>
            <a:r>
              <a:t>的</a:t>
            </a:r>
            <a:r>
              <a:rPr lang="en-US" altLang="zh-CN"/>
              <a:t>ADC</a:t>
            </a:r>
            <a:r>
              <a:t>输入范围是</a:t>
            </a:r>
            <a:r>
              <a:rPr lang="en-US" altLang="zh-CN"/>
              <a:t>0-3.3v</a:t>
            </a:r>
            <a:r>
              <a:t>，我司的</a:t>
            </a:r>
            <a:r>
              <a:rPr lang="en-US" altLang="zh-CN"/>
              <a:t>ADP32F036ADC</a:t>
            </a:r>
            <a:r>
              <a:t>输入范围是</a:t>
            </a:r>
            <a:r>
              <a:rPr lang="en-US" altLang="zh-CN"/>
              <a:t>0-3v</a:t>
            </a:r>
            <a:r>
              <a:t>，意味着</a:t>
            </a:r>
            <a:r>
              <a:rPr lang="en-US" altLang="zh-CN"/>
              <a:t>036</a:t>
            </a:r>
            <a:r>
              <a:t>的</a:t>
            </a:r>
            <a:r>
              <a:rPr lang="en-US" altLang="zh-CN"/>
              <a:t>ADC</a:t>
            </a:r>
            <a:r>
              <a:t>无法采集</a:t>
            </a:r>
            <a:r>
              <a:rPr lang="en-US" altLang="zh-CN"/>
              <a:t>3v</a:t>
            </a:r>
            <a:r>
              <a:t>以上的电压，最高只能采集到</a:t>
            </a:r>
            <a:r>
              <a:rPr lang="en-US" altLang="zh-CN"/>
              <a:t>3v</a:t>
            </a:r>
            <a:r>
              <a:t>。</a:t>
            </a:r>
          </a:p>
          <a:p>
            <a:pPr marL="0" indent="0">
              <a:buNone/>
            </a:pPr>
            <a:r>
              <a:t>提升的地方在于</a:t>
            </a:r>
            <a:r>
              <a:rPr lang="en-US" altLang="zh-CN"/>
              <a:t>036</a:t>
            </a:r>
            <a:r>
              <a:t>的</a:t>
            </a:r>
            <a:r>
              <a:rPr lang="en-US" altLang="zh-CN"/>
              <a:t>ADC</a:t>
            </a:r>
            <a:r>
              <a:t>通道为</a:t>
            </a:r>
            <a:r>
              <a:rPr lang="en-US" altLang="zh-CN"/>
              <a:t>15</a:t>
            </a:r>
            <a:r>
              <a:t>个（包含</a:t>
            </a:r>
            <a:r>
              <a:rPr lang="en-US" altLang="zh-CN"/>
              <a:t>1</a:t>
            </a:r>
            <a:r>
              <a:t>个内部温度采样）而同样封装的</a:t>
            </a:r>
            <a:r>
              <a:rPr lang="en-US" altLang="zh-CN"/>
              <a:t>035</a:t>
            </a:r>
            <a:r>
              <a:t>只有</a:t>
            </a:r>
            <a:r>
              <a:rPr lang="en-US" altLang="zh-CN"/>
              <a:t>11/13</a:t>
            </a:r>
            <a:r>
              <a:t>个</a:t>
            </a:r>
            <a:r>
              <a:t>通道。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 idx="2"/>
          </p:nvPr>
        </p:nvSpPr>
        <p:spPr/>
        <p:txBody>
          <a:bodyPr/>
          <a:p>
            <a:r>
              <a:rPr lang="en-US" altLang="zh-CN">
                <a:sym typeface="+mn-ea"/>
              </a:rPr>
              <a:t>ADP32F036</a:t>
            </a:r>
            <a:r>
              <a:rPr>
                <a:sym typeface="+mn-ea"/>
              </a:rPr>
              <a:t>资源配置</a:t>
            </a:r>
            <a:endParaRPr lang="zh-CN" altLang="en-US"/>
          </a:p>
        </p:txBody>
      </p:sp>
      <p:sp>
        <p:nvSpPr>
          <p:cNvPr id="4" name="内容占位符 1"/>
          <p:cNvSpPr>
            <a:spLocks noGrp="1"/>
          </p:cNvSpPr>
          <p:nvPr/>
        </p:nvSpPr>
        <p:spPr>
          <a:xfrm>
            <a:off x="695325" y="1245235"/>
            <a:ext cx="10536555" cy="65024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Heavy" panose="00000A00000000000000" charset="-122"/>
                <a:sym typeface="+mn-ea"/>
              </a:defRPr>
            </a:lvl1pPr>
            <a:lvl2pPr marL="685800" marR="0" lvl="1" indent="-228600" algn="l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5pPr>
            <a:lvl6pPr marL="2514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>
                <a:solidFill>
                  <a:srgbClr val="FF0000"/>
                </a:solidFill>
                <a:sym typeface="+mn-ea"/>
              </a:rPr>
              <a:t>ADC</a:t>
            </a:r>
            <a:r>
              <a:rPr sz="2400">
                <a:solidFill>
                  <a:srgbClr val="FF0000"/>
                </a:solidFill>
                <a:sym typeface="+mn-ea"/>
              </a:rPr>
              <a:t>输入范围</a:t>
            </a:r>
            <a:r>
              <a:rPr lang="en-US" altLang="zh-CN" sz="2400">
                <a:solidFill>
                  <a:srgbClr val="FF0000"/>
                </a:solidFill>
                <a:sym typeface="+mn-ea"/>
              </a:rPr>
              <a:t>0~3V</a:t>
            </a:r>
            <a:endParaRPr lang="en-US" altLang="zh-CN" sz="2400">
              <a:solidFill>
                <a:srgbClr val="FF0000"/>
              </a:solidFill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b="1876"/>
          <a:stretch>
            <a:fillRect/>
          </a:stretch>
        </p:blipFill>
        <p:spPr>
          <a:xfrm>
            <a:off x="695325" y="3763645"/>
            <a:ext cx="6205220" cy="235331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7705" y="3763645"/>
            <a:ext cx="4892675" cy="148463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3"/>
          </p:nvPr>
        </p:nvSpPr>
        <p:spPr>
          <a:xfrm>
            <a:off x="695325" y="1669415"/>
            <a:ext cx="10800080" cy="4295140"/>
          </a:xfrm>
        </p:spPr>
        <p:txBody>
          <a:bodyPr/>
          <a:p>
            <a:pPr marL="0" indent="0">
              <a:buNone/>
            </a:pPr>
            <a:r>
              <a:rPr lang="en-US" altLang="zh-CN"/>
              <a:t>ADP32F036</a:t>
            </a:r>
            <a:r>
              <a:t>作为电控的优势在于自带了运放，包含</a:t>
            </a:r>
            <a:r>
              <a:rPr lang="en-US" altLang="zh-CN"/>
              <a:t>1</a:t>
            </a:r>
            <a:r>
              <a:t>个</a:t>
            </a:r>
            <a:r>
              <a:rPr lang="en-US" altLang="zh-CN"/>
              <a:t>OPA</a:t>
            </a:r>
            <a:r>
              <a:t>用于母线电流检测放大，</a:t>
            </a:r>
            <a:r>
              <a:rPr lang="en-US" altLang="zh-CN"/>
              <a:t>3</a:t>
            </a:r>
            <a:r>
              <a:t>个</a:t>
            </a:r>
            <a:r>
              <a:rPr lang="en-US" altLang="zh-CN"/>
              <a:t>PGA</a:t>
            </a:r>
            <a:r>
              <a:t>用于相电流检测放大，正好适用于电控的三相</a:t>
            </a:r>
            <a:r>
              <a:t>检测；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 idx="2"/>
          </p:nvPr>
        </p:nvSpPr>
        <p:spPr/>
        <p:txBody>
          <a:bodyPr/>
          <a:p>
            <a:r>
              <a:rPr lang="en-US" altLang="zh-CN">
                <a:sym typeface="+mn-ea"/>
              </a:rPr>
              <a:t>ADP32F036</a:t>
            </a:r>
            <a:r>
              <a:rPr>
                <a:sym typeface="+mn-ea"/>
              </a:rPr>
              <a:t>资源配置</a:t>
            </a:r>
            <a:endParaRPr lang="zh-CN" altLang="en-US"/>
          </a:p>
        </p:txBody>
      </p:sp>
      <p:sp>
        <p:nvSpPr>
          <p:cNvPr id="4" name="内容占位符 1"/>
          <p:cNvSpPr>
            <a:spLocks noGrp="1"/>
          </p:cNvSpPr>
          <p:nvPr/>
        </p:nvSpPr>
        <p:spPr>
          <a:xfrm>
            <a:off x="695325" y="1107440"/>
            <a:ext cx="10536555" cy="65024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Heavy" panose="00000A00000000000000" charset="-122"/>
                <a:sym typeface="+mn-ea"/>
              </a:defRPr>
            </a:lvl1pPr>
            <a:lvl2pPr marL="685800" marR="0" lvl="1" indent="-228600" algn="l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5pPr>
            <a:lvl6pPr marL="2514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400">
                <a:solidFill>
                  <a:srgbClr val="FF0000"/>
                </a:solidFill>
                <a:sym typeface="+mn-ea"/>
              </a:rPr>
              <a:t>运算</a:t>
            </a:r>
            <a:r>
              <a:rPr sz="2400">
                <a:solidFill>
                  <a:srgbClr val="FF0000"/>
                </a:solidFill>
                <a:sym typeface="+mn-ea"/>
              </a:rPr>
              <a:t>放大器</a:t>
            </a:r>
            <a:endParaRPr sz="2400">
              <a:solidFill>
                <a:srgbClr val="FF0000"/>
              </a:solidFill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3615" y="2460625"/>
            <a:ext cx="7224395" cy="261112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036820" y="4765040"/>
            <a:ext cx="229171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zh-CN" altLang="en-US" sz="1400" b="1" spc="150" smtClean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cs typeface="MiSans Heavy" panose="00000A00000000000000" charset="-122"/>
                <a:sym typeface="+mn-ea"/>
              </a:rPr>
              <a:t>PGA内部框图</a:t>
            </a:r>
            <a:endParaRPr lang="zh-CN" altLang="en-US" sz="1400" b="1" spc="150" smtClean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uFillTx/>
              <a:latin typeface="+mn-ea"/>
              <a:cs typeface="MiSans Heavy" panose="00000A00000000000000" charset="-122"/>
              <a:sym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619500" y="4138930"/>
            <a:ext cx="432435" cy="485140"/>
          </a:xfrm>
          <a:prstGeom prst="rect">
            <a:avLst/>
          </a:prstGeom>
          <a:noFill/>
          <a:ln w="28575">
            <a:solidFill>
              <a:srgbClr val="FF0000"/>
            </a:solidFill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rcRect t="20800"/>
          <a:stretch>
            <a:fillRect/>
          </a:stretch>
        </p:blipFill>
        <p:spPr>
          <a:xfrm>
            <a:off x="1116330" y="5198110"/>
            <a:ext cx="10115550" cy="132016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3"/>
          </p:nvPr>
        </p:nvSpPr>
        <p:spPr>
          <a:xfrm>
            <a:off x="695325" y="1978025"/>
            <a:ext cx="10800080" cy="4295140"/>
          </a:xfrm>
        </p:spPr>
        <p:txBody>
          <a:bodyPr/>
          <a:p>
            <a:pPr marL="0" indent="0">
              <a:buNone/>
            </a:pPr>
            <a:r>
              <a:rPr lang="en-US" altLang="zh-CN"/>
              <a:t>ADP32F036</a:t>
            </a:r>
            <a:r>
              <a:t>作为电控的优势在于自带了运放，包含</a:t>
            </a:r>
            <a:r>
              <a:rPr lang="en-US" altLang="zh-CN"/>
              <a:t>1</a:t>
            </a:r>
            <a:r>
              <a:t>个</a:t>
            </a:r>
            <a:r>
              <a:rPr lang="en-US" altLang="zh-CN"/>
              <a:t>OPA</a:t>
            </a:r>
            <a:r>
              <a:t>用于母线电流检测放大，</a:t>
            </a:r>
            <a:r>
              <a:rPr lang="en-US" altLang="zh-CN"/>
              <a:t>3</a:t>
            </a:r>
            <a:r>
              <a:t>个</a:t>
            </a:r>
            <a:r>
              <a:rPr lang="en-US" altLang="zh-CN"/>
              <a:t>PGA</a:t>
            </a:r>
            <a:r>
              <a:t>用于相电流检测放大，正好适用于电控的三相</a:t>
            </a:r>
            <a:r>
              <a:t>检测；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 idx="2"/>
          </p:nvPr>
        </p:nvSpPr>
        <p:spPr/>
        <p:txBody>
          <a:bodyPr/>
          <a:p>
            <a:r>
              <a:rPr lang="en-US" altLang="zh-CN">
                <a:sym typeface="+mn-ea"/>
              </a:rPr>
              <a:t>ADP32F036</a:t>
            </a:r>
            <a:r>
              <a:rPr>
                <a:sym typeface="+mn-ea"/>
              </a:rPr>
              <a:t>资源配置</a:t>
            </a:r>
            <a:endParaRPr lang="zh-CN" altLang="en-US"/>
          </a:p>
        </p:txBody>
      </p:sp>
      <p:sp>
        <p:nvSpPr>
          <p:cNvPr id="4" name="内容占位符 1"/>
          <p:cNvSpPr>
            <a:spLocks noGrp="1"/>
          </p:cNvSpPr>
          <p:nvPr/>
        </p:nvSpPr>
        <p:spPr>
          <a:xfrm>
            <a:off x="695325" y="1245235"/>
            <a:ext cx="10536555" cy="65024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Heavy" panose="00000A00000000000000" charset="-122"/>
                <a:sym typeface="+mn-ea"/>
              </a:defRPr>
            </a:lvl1pPr>
            <a:lvl2pPr marL="685800" marR="0" lvl="1" indent="-228600" algn="l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5pPr>
            <a:lvl6pPr marL="2514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400">
                <a:solidFill>
                  <a:srgbClr val="FF0000"/>
                </a:solidFill>
                <a:sym typeface="+mn-ea"/>
              </a:rPr>
              <a:t>运算</a:t>
            </a:r>
            <a:r>
              <a:rPr sz="2400">
                <a:solidFill>
                  <a:srgbClr val="FF0000"/>
                </a:solidFill>
                <a:sym typeface="+mn-ea"/>
              </a:rPr>
              <a:t>放大器</a:t>
            </a:r>
            <a:endParaRPr sz="2400">
              <a:solidFill>
                <a:srgbClr val="FF0000"/>
              </a:solidFill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817745" y="5539105"/>
            <a:ext cx="229171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en-US" altLang="zh-CN" spc="150" smtClean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cs typeface="MiSans Heavy" panose="00000A00000000000000" charset="-122"/>
                <a:sym typeface="+mn-ea"/>
              </a:rPr>
              <a:t>O</a:t>
            </a:r>
            <a:r>
              <a:rPr lang="zh-CN" altLang="en-US" spc="150" smtClean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cs typeface="MiSans Heavy" panose="00000A00000000000000" charset="-122"/>
                <a:sym typeface="+mn-ea"/>
              </a:rPr>
              <a:t>PA内部框图</a:t>
            </a:r>
            <a:endParaRPr lang="zh-CN" altLang="en-US"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7610" y="2936240"/>
            <a:ext cx="7254875" cy="2413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081645" y="4015105"/>
            <a:ext cx="16408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ADC_B1</a:t>
            </a:r>
            <a:endParaRPr lang="en-US" altLang="zh-CN">
              <a:solidFill>
                <a:srgbClr val="FF0000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3"/>
          </p:nvPr>
        </p:nvSpPr>
        <p:spPr>
          <a:xfrm>
            <a:off x="695325" y="1978025"/>
            <a:ext cx="10800080" cy="4295140"/>
          </a:xfrm>
        </p:spPr>
        <p:txBody>
          <a:bodyPr/>
          <a:p>
            <a:pPr marL="0" indent="0">
              <a:buNone/>
            </a:pPr>
            <a:r>
              <a:t>我司的</a:t>
            </a:r>
            <a:r>
              <a:rPr lang="en-US" altLang="zh-CN"/>
              <a:t>ADP32F036</a:t>
            </a:r>
            <a:r>
              <a:t>依赖于</a:t>
            </a:r>
            <a:r>
              <a:rPr lang="en-US" altLang="zh-CN"/>
              <a:t>Ti</a:t>
            </a:r>
            <a:r>
              <a:t>的</a:t>
            </a:r>
            <a:r>
              <a:rPr lang="en-US" altLang="zh-CN"/>
              <a:t>28035</a:t>
            </a:r>
            <a:r>
              <a:t>配置文件去开发，但是</a:t>
            </a:r>
            <a:r>
              <a:rPr lang="en-US" altLang="zh-CN"/>
              <a:t>Ti</a:t>
            </a:r>
            <a:r>
              <a:t>的</a:t>
            </a:r>
            <a:r>
              <a:rPr lang="en-US" altLang="zh-CN"/>
              <a:t>28035</a:t>
            </a:r>
            <a:r>
              <a:t>并没有针对于</a:t>
            </a:r>
            <a:r>
              <a:rPr lang="en-US" altLang="zh-CN"/>
              <a:t>OPA</a:t>
            </a:r>
            <a:r>
              <a:t>和</a:t>
            </a:r>
            <a:r>
              <a:rPr lang="en-US" altLang="zh-CN"/>
              <a:t>PGA</a:t>
            </a:r>
            <a:r>
              <a:t>的配置寄存器，所以进芯把</a:t>
            </a:r>
            <a:r>
              <a:rPr lang="en-US" altLang="zh-CN"/>
              <a:t>0x7030h</a:t>
            </a:r>
            <a:r>
              <a:t>地址作为运放控制</a:t>
            </a:r>
            <a:r>
              <a:t>寄存器。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 idx="2"/>
          </p:nvPr>
        </p:nvSpPr>
        <p:spPr/>
        <p:txBody>
          <a:bodyPr/>
          <a:p>
            <a:r>
              <a:rPr lang="en-US" altLang="zh-CN">
                <a:sym typeface="+mn-ea"/>
              </a:rPr>
              <a:t>ADP32F036</a:t>
            </a:r>
            <a:r>
              <a:rPr>
                <a:sym typeface="+mn-ea"/>
              </a:rPr>
              <a:t>资源配置</a:t>
            </a:r>
            <a:endParaRPr lang="zh-CN" altLang="en-US"/>
          </a:p>
        </p:txBody>
      </p:sp>
      <p:sp>
        <p:nvSpPr>
          <p:cNvPr id="4" name="内容占位符 1"/>
          <p:cNvSpPr>
            <a:spLocks noGrp="1"/>
          </p:cNvSpPr>
          <p:nvPr/>
        </p:nvSpPr>
        <p:spPr>
          <a:xfrm>
            <a:off x="695325" y="1245235"/>
            <a:ext cx="10536555" cy="65024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Heavy" panose="00000A00000000000000" charset="-122"/>
                <a:sym typeface="+mn-ea"/>
              </a:defRPr>
            </a:lvl1pPr>
            <a:lvl2pPr marL="685800" marR="0" lvl="1" indent="-228600" algn="l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5pPr>
            <a:lvl6pPr marL="2514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400">
                <a:solidFill>
                  <a:srgbClr val="FF0000"/>
                </a:solidFill>
                <a:sym typeface="+mn-ea"/>
              </a:rPr>
              <a:t>运算</a:t>
            </a:r>
            <a:r>
              <a:rPr sz="2400">
                <a:solidFill>
                  <a:srgbClr val="FF0000"/>
                </a:solidFill>
                <a:sym typeface="+mn-ea"/>
              </a:rPr>
              <a:t>放大器</a:t>
            </a:r>
            <a:endParaRPr sz="2400">
              <a:solidFill>
                <a:srgbClr val="FF0000"/>
              </a:solidFill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9315" y="3068320"/>
            <a:ext cx="10172700" cy="21145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1320" y="1381125"/>
            <a:ext cx="4800600" cy="51435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3"/>
          </p:nvPr>
        </p:nvSpPr>
        <p:spPr>
          <a:xfrm>
            <a:off x="695325" y="1978025"/>
            <a:ext cx="10800080" cy="4295140"/>
          </a:xfrm>
        </p:spPr>
        <p:txBody>
          <a:bodyPr/>
          <a:p>
            <a:pPr marL="0" indent="0">
              <a:buNone/>
            </a:pPr>
            <a:r>
              <a:t>我司的</a:t>
            </a:r>
            <a:r>
              <a:rPr lang="en-US" altLang="zh-CN"/>
              <a:t>ADP32F036</a:t>
            </a:r>
            <a:r>
              <a:t>依赖于</a:t>
            </a:r>
            <a:r>
              <a:rPr lang="en-US" altLang="zh-CN"/>
              <a:t>Ti</a:t>
            </a:r>
            <a:r>
              <a:t>的</a:t>
            </a:r>
            <a:r>
              <a:rPr lang="en-US" altLang="zh-CN"/>
              <a:t>28035</a:t>
            </a:r>
            <a:r>
              <a:t>配置文件去开发，但是</a:t>
            </a:r>
            <a:r>
              <a:rPr lang="en-US" altLang="zh-CN"/>
              <a:t>Ti</a:t>
            </a:r>
            <a:r>
              <a:t>的</a:t>
            </a:r>
            <a:r>
              <a:rPr lang="en-US" altLang="zh-CN"/>
              <a:t>28035</a:t>
            </a:r>
            <a:r>
              <a:t>并没有针对于</a:t>
            </a:r>
            <a:r>
              <a:rPr lang="en-US" altLang="zh-CN"/>
              <a:t>OPA</a:t>
            </a:r>
            <a:r>
              <a:t>和</a:t>
            </a:r>
            <a:r>
              <a:rPr lang="en-US" altLang="zh-CN"/>
              <a:t>PGA</a:t>
            </a:r>
            <a:r>
              <a:t>的配置寄存器，所以进芯把</a:t>
            </a:r>
            <a:r>
              <a:rPr lang="en-US" altLang="zh-CN"/>
              <a:t>0x7030h</a:t>
            </a:r>
            <a:r>
              <a:t>地址作为运放控制</a:t>
            </a:r>
            <a:r>
              <a:t>寄存器。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 idx="2"/>
          </p:nvPr>
        </p:nvSpPr>
        <p:spPr/>
        <p:txBody>
          <a:bodyPr/>
          <a:p>
            <a:r>
              <a:rPr lang="en-US" altLang="zh-CN">
                <a:sym typeface="+mn-ea"/>
              </a:rPr>
              <a:t>ADP32F036</a:t>
            </a:r>
            <a:r>
              <a:rPr>
                <a:sym typeface="+mn-ea"/>
              </a:rPr>
              <a:t>资源配置</a:t>
            </a:r>
            <a:endParaRPr lang="zh-CN" altLang="en-US"/>
          </a:p>
        </p:txBody>
      </p:sp>
      <p:sp>
        <p:nvSpPr>
          <p:cNvPr id="4" name="内容占位符 1"/>
          <p:cNvSpPr>
            <a:spLocks noGrp="1"/>
          </p:cNvSpPr>
          <p:nvPr/>
        </p:nvSpPr>
        <p:spPr>
          <a:xfrm>
            <a:off x="695325" y="1245235"/>
            <a:ext cx="10536555" cy="65024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Heavy" panose="00000A00000000000000" charset="-122"/>
                <a:sym typeface="+mn-ea"/>
              </a:defRPr>
            </a:lvl1pPr>
            <a:lvl2pPr marL="685800" marR="0" lvl="1" indent="-228600" algn="l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5pPr>
            <a:lvl6pPr marL="2514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400">
                <a:solidFill>
                  <a:srgbClr val="FF0000"/>
                </a:solidFill>
                <a:sym typeface="+mn-ea"/>
              </a:rPr>
              <a:t>运算</a:t>
            </a:r>
            <a:r>
              <a:rPr sz="2400">
                <a:solidFill>
                  <a:srgbClr val="FF0000"/>
                </a:solidFill>
                <a:sym typeface="+mn-ea"/>
              </a:rPr>
              <a:t>放大器</a:t>
            </a:r>
            <a:endParaRPr sz="2400">
              <a:solidFill>
                <a:srgbClr val="FF0000"/>
              </a:solidFill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095" y="2869565"/>
            <a:ext cx="5048250" cy="5429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rcRect t="30074"/>
          <a:stretch>
            <a:fillRect/>
          </a:stretch>
        </p:blipFill>
        <p:spPr>
          <a:xfrm>
            <a:off x="579120" y="3333750"/>
            <a:ext cx="5229225" cy="29972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" y="4113530"/>
            <a:ext cx="5810250" cy="166687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5800" y="5046980"/>
            <a:ext cx="4267200" cy="73342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5800" y="2755265"/>
            <a:ext cx="4581525" cy="172402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869315" y="3745230"/>
            <a:ext cx="2979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1.headerCMD</a:t>
            </a:r>
            <a:r>
              <a:rPr lang="zh-CN" altLang="en-US"/>
              <a:t>中分配</a:t>
            </a:r>
            <a:r>
              <a:rPr lang="zh-CN" altLang="en-US"/>
              <a:t>字段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760095" y="5625465"/>
            <a:ext cx="2979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2.</a:t>
            </a:r>
            <a:r>
              <a:rPr lang="zh-CN" altLang="en-US"/>
              <a:t>在</a:t>
            </a:r>
            <a:r>
              <a:rPr lang="en-US" altLang="zh-CN"/>
              <a:t>Global</a:t>
            </a:r>
            <a:r>
              <a:rPr lang="zh-CN" altLang="en-US"/>
              <a:t>中分配</a:t>
            </a:r>
            <a:r>
              <a:rPr lang="zh-CN" altLang="en-US"/>
              <a:t>空间</a:t>
            </a:r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7035800" y="4479290"/>
            <a:ext cx="2979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3.</a:t>
            </a:r>
            <a:r>
              <a:rPr lang="zh-CN" altLang="en-US"/>
              <a:t>在</a:t>
            </a:r>
            <a:r>
              <a:rPr lang="en-US" altLang="zh-CN"/>
              <a:t>Anlog.h</a:t>
            </a:r>
            <a:r>
              <a:rPr lang="zh-CN" altLang="en-US"/>
              <a:t>中声明</a:t>
            </a:r>
            <a:r>
              <a:rPr lang="zh-CN" altLang="en-US"/>
              <a:t>结构体</a:t>
            </a:r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7035800" y="5979795"/>
            <a:ext cx="2979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4.</a:t>
            </a:r>
            <a:r>
              <a:rPr lang="zh-CN" altLang="en-US"/>
              <a:t>在程序中调用</a:t>
            </a:r>
            <a:r>
              <a:rPr lang="zh-CN" altLang="en-US"/>
              <a:t>写入结构体</a:t>
            </a:r>
            <a:endParaRPr lang="zh-CN" altLang="en-US"/>
          </a:p>
        </p:txBody>
      </p:sp>
    </p:spTree>
    <p:custDataLst>
      <p:tags r:id="rId6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3"/>
          </p:nvPr>
        </p:nvSpPr>
        <p:spPr>
          <a:xfrm>
            <a:off x="695325" y="1978025"/>
            <a:ext cx="10800080" cy="4295140"/>
          </a:xfrm>
        </p:spPr>
        <p:txBody>
          <a:bodyPr/>
          <a:p>
            <a:pPr marL="0" indent="0">
              <a:buNone/>
            </a:pPr>
            <a:r>
              <a:rPr lang="en-US" altLang="zh-CN"/>
              <a:t>CANFD </a:t>
            </a:r>
            <a:r>
              <a:rPr lang="zh-CN" altLang="en-US"/>
              <a:t>模块可以配置为满足</a:t>
            </a:r>
            <a:r>
              <a:rPr lang="en-US" altLang="zh-CN"/>
              <a:t> CAN FD </a:t>
            </a:r>
            <a:r>
              <a:rPr lang="zh-CN" altLang="en-US"/>
              <a:t>和</a:t>
            </a:r>
            <a:r>
              <a:rPr lang="en-US" altLang="zh-CN"/>
              <a:t> CAN2.0B </a:t>
            </a:r>
            <a:r>
              <a:rPr lang="zh-CN" altLang="en-US"/>
              <a:t>的规范。</a:t>
            </a:r>
            <a:r>
              <a:rPr lang="en-US" altLang="zh-CN"/>
              <a:t>CPU </a:t>
            </a:r>
            <a:r>
              <a:rPr lang="zh-CN" altLang="en-US"/>
              <a:t>通过</a:t>
            </a:r>
            <a:r>
              <a:rPr lang="en-US" altLang="zh-CN"/>
              <a:t> PF1 </a:t>
            </a:r>
            <a:r>
              <a:rPr lang="zh-CN" altLang="en-US"/>
              <a:t>总线接口访问</a:t>
            </a:r>
            <a:r>
              <a:rPr lang="en-US" altLang="zh-CN"/>
              <a:t> CANFD</a:t>
            </a:r>
            <a:r>
              <a:rPr lang="zh-CN" altLang="en-US"/>
              <a:t>控制器，</a:t>
            </a:r>
            <a:r>
              <a:rPr lang="en-US" altLang="zh-CN"/>
              <a:t>CANFD </a:t>
            </a:r>
            <a:r>
              <a:rPr lang="zh-CN" altLang="en-US"/>
              <a:t>模块通过</a:t>
            </a:r>
            <a:r>
              <a:rPr lang="en-US" altLang="zh-CN"/>
              <a:t> TX/RX </a:t>
            </a:r>
            <a:r>
              <a:rPr lang="zh-CN" altLang="en-US"/>
              <a:t>端口，在内部协议机制下控制帧的发送或接收。</a:t>
            </a:r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 idx="2"/>
          </p:nvPr>
        </p:nvSpPr>
        <p:spPr/>
        <p:txBody>
          <a:bodyPr/>
          <a:p>
            <a:r>
              <a:rPr lang="en-US" altLang="zh-CN">
                <a:sym typeface="+mn-ea"/>
              </a:rPr>
              <a:t>ADP32F036</a:t>
            </a:r>
            <a:r>
              <a:rPr>
                <a:sym typeface="+mn-ea"/>
              </a:rPr>
              <a:t>资源配置</a:t>
            </a:r>
            <a:endParaRPr lang="zh-CN" altLang="en-US"/>
          </a:p>
        </p:txBody>
      </p:sp>
      <p:sp>
        <p:nvSpPr>
          <p:cNvPr id="4" name="内容占位符 1"/>
          <p:cNvSpPr>
            <a:spLocks noGrp="1"/>
          </p:cNvSpPr>
          <p:nvPr/>
        </p:nvSpPr>
        <p:spPr>
          <a:xfrm>
            <a:off x="695325" y="1245235"/>
            <a:ext cx="10536555" cy="65024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Heavy" panose="00000A00000000000000" charset="-122"/>
                <a:sym typeface="+mn-ea"/>
              </a:defRPr>
            </a:lvl1pPr>
            <a:lvl2pPr marL="685800" marR="0" lvl="1" indent="-228600" algn="l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5pPr>
            <a:lvl6pPr marL="2514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>
                <a:solidFill>
                  <a:srgbClr val="FF0000"/>
                </a:solidFill>
                <a:sym typeface="+mn-ea"/>
              </a:rPr>
              <a:t>CANFD</a:t>
            </a:r>
            <a:r>
              <a:rPr sz="2400">
                <a:solidFill>
                  <a:srgbClr val="FF0000"/>
                </a:solidFill>
                <a:sym typeface="+mn-ea"/>
              </a:rPr>
              <a:t>可变速率局域网</a:t>
            </a:r>
            <a:r>
              <a:rPr sz="2400">
                <a:solidFill>
                  <a:srgbClr val="FF0000"/>
                </a:solidFill>
                <a:sym typeface="+mn-ea"/>
              </a:rPr>
              <a:t>模块</a:t>
            </a:r>
            <a:endParaRPr sz="2400">
              <a:solidFill>
                <a:srgbClr val="FF0000"/>
              </a:solidFill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9460" y="2945765"/>
            <a:ext cx="7224395" cy="268097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528820" y="5751830"/>
            <a:ext cx="22256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pc="150" smtClean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cs typeface="MiSans Heavy" panose="00000A00000000000000" charset="-122"/>
              </a:rPr>
              <a:t>CANFD结构框图</a:t>
            </a:r>
            <a:endParaRPr lang="en-US" altLang="zh-CN" spc="150" smtClean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uFillTx/>
              <a:latin typeface="+mn-ea"/>
              <a:cs typeface="MiSans Heavy" panose="00000A00000000000000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3"/>
          </p:nvPr>
        </p:nvSpPr>
        <p:spPr>
          <a:xfrm>
            <a:off x="695325" y="1978025"/>
            <a:ext cx="10800080" cy="4295140"/>
          </a:xfrm>
        </p:spPr>
        <p:txBody>
          <a:bodyPr/>
          <a:p>
            <a:pPr marL="0" indent="0">
              <a:buNone/>
            </a:pPr>
            <a:r>
              <a:rPr lang="en-US" altLang="zh-CN"/>
              <a:t>CANFD </a:t>
            </a:r>
            <a:r>
              <a:rPr lang="zh-CN" altLang="en-US"/>
              <a:t>模块可以配置为满足</a:t>
            </a:r>
            <a:r>
              <a:rPr lang="en-US" altLang="zh-CN"/>
              <a:t> CAN FD </a:t>
            </a:r>
            <a:r>
              <a:rPr lang="zh-CN" altLang="en-US"/>
              <a:t>和</a:t>
            </a:r>
            <a:r>
              <a:rPr lang="en-US" altLang="zh-CN"/>
              <a:t> CAN2.0B </a:t>
            </a:r>
            <a:r>
              <a:rPr lang="zh-CN" altLang="en-US"/>
              <a:t>的规范。</a:t>
            </a:r>
            <a:r>
              <a:rPr lang="en-US" altLang="zh-CN"/>
              <a:t>CPU </a:t>
            </a:r>
            <a:r>
              <a:rPr lang="zh-CN" altLang="en-US"/>
              <a:t>通过</a:t>
            </a:r>
            <a:r>
              <a:rPr lang="en-US" altLang="zh-CN"/>
              <a:t> PF1 </a:t>
            </a:r>
            <a:r>
              <a:rPr lang="zh-CN" altLang="en-US"/>
              <a:t>总线接口访问</a:t>
            </a:r>
            <a:r>
              <a:rPr lang="en-US" altLang="zh-CN"/>
              <a:t> CANFD</a:t>
            </a:r>
            <a:r>
              <a:rPr lang="zh-CN" altLang="en-US"/>
              <a:t>控制器，</a:t>
            </a:r>
            <a:r>
              <a:rPr lang="en-US" altLang="zh-CN"/>
              <a:t>CANFD </a:t>
            </a:r>
            <a:r>
              <a:rPr lang="zh-CN" altLang="en-US"/>
              <a:t>模块通过</a:t>
            </a:r>
            <a:r>
              <a:rPr lang="en-US" altLang="zh-CN"/>
              <a:t> GPIO32TX/</a:t>
            </a:r>
            <a:r>
              <a:rPr lang="en-US" altLang="zh-CN"/>
              <a:t>GPIO0RX </a:t>
            </a:r>
            <a:r>
              <a:rPr lang="zh-CN" altLang="en-US"/>
              <a:t>端口，在内部协议机制下控制帧的发送或接收。</a:t>
            </a:r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 idx="2"/>
          </p:nvPr>
        </p:nvSpPr>
        <p:spPr/>
        <p:txBody>
          <a:bodyPr/>
          <a:p>
            <a:r>
              <a:rPr lang="en-US" altLang="zh-CN">
                <a:sym typeface="+mn-ea"/>
              </a:rPr>
              <a:t>ADP32F036</a:t>
            </a:r>
            <a:r>
              <a:rPr>
                <a:sym typeface="+mn-ea"/>
              </a:rPr>
              <a:t>资源配置</a:t>
            </a:r>
            <a:endParaRPr lang="zh-CN" altLang="en-US"/>
          </a:p>
        </p:txBody>
      </p:sp>
      <p:sp>
        <p:nvSpPr>
          <p:cNvPr id="4" name="内容占位符 1"/>
          <p:cNvSpPr>
            <a:spLocks noGrp="1"/>
          </p:cNvSpPr>
          <p:nvPr/>
        </p:nvSpPr>
        <p:spPr>
          <a:xfrm>
            <a:off x="695325" y="1245235"/>
            <a:ext cx="10536555" cy="65024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Heavy" panose="00000A00000000000000" charset="-122"/>
                <a:sym typeface="+mn-ea"/>
              </a:defRPr>
            </a:lvl1pPr>
            <a:lvl2pPr marL="685800" marR="0" lvl="1" indent="-228600" algn="l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5pPr>
            <a:lvl6pPr marL="2514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>
                <a:solidFill>
                  <a:srgbClr val="FF0000"/>
                </a:solidFill>
                <a:sym typeface="+mn-ea"/>
              </a:rPr>
              <a:t>CANFD</a:t>
            </a:r>
            <a:r>
              <a:rPr sz="2400">
                <a:solidFill>
                  <a:srgbClr val="FF0000"/>
                </a:solidFill>
                <a:sym typeface="+mn-ea"/>
              </a:rPr>
              <a:t>可变速率局域网</a:t>
            </a:r>
            <a:r>
              <a:rPr sz="2400">
                <a:solidFill>
                  <a:srgbClr val="FF0000"/>
                </a:solidFill>
                <a:sym typeface="+mn-ea"/>
              </a:rPr>
              <a:t>模块</a:t>
            </a:r>
            <a:endParaRPr sz="2400">
              <a:solidFill>
                <a:srgbClr val="FF0000"/>
              </a:solidFill>
              <a:sym typeface="+mn-ea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5964555" y="3222625"/>
            <a:ext cx="4610100" cy="2381250"/>
            <a:chOff x="1227" y="5138"/>
            <a:chExt cx="7260" cy="3750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5400000">
              <a:off x="2982" y="3383"/>
              <a:ext cx="3750" cy="7260"/>
            </a:xfrm>
            <a:prstGeom prst="rect">
              <a:avLst/>
            </a:prstGeom>
          </p:spPr>
        </p:pic>
        <p:sp>
          <p:nvSpPr>
            <p:cNvPr id="8" name="矩形 7"/>
            <p:cNvSpPr/>
            <p:nvPr/>
          </p:nvSpPr>
          <p:spPr>
            <a:xfrm>
              <a:off x="5238" y="6215"/>
              <a:ext cx="1656" cy="564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prstDash val="solid"/>
            </a:ln>
            <a:effectLst>
              <a:outerShdw blurRad="203200" dist="101600" dir="8100000" algn="tr" rotWithShape="0">
                <a:srgbClr val="FF5DA9">
                  <a:alpha val="1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5238" y="6863"/>
              <a:ext cx="1656" cy="564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prstDash val="solid"/>
            </a:ln>
            <a:effectLst>
              <a:outerShdw blurRad="203200" dist="101600" dir="8100000" algn="tr" rotWithShape="0">
                <a:srgbClr val="FF5DA9">
                  <a:alpha val="1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rcRect r="46003"/>
          <a:stretch>
            <a:fillRect/>
          </a:stretch>
        </p:blipFill>
        <p:spPr>
          <a:xfrm>
            <a:off x="784225" y="4264660"/>
            <a:ext cx="4340225" cy="116141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1845" y="3105150"/>
            <a:ext cx="8067675" cy="6477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3"/>
          </p:nvPr>
        </p:nvSpPr>
        <p:spPr>
          <a:xfrm>
            <a:off x="695325" y="1978025"/>
            <a:ext cx="10800080" cy="4295140"/>
          </a:xfrm>
        </p:spPr>
        <p:txBody>
          <a:bodyPr/>
          <a:p>
            <a:pPr marL="0" indent="0">
              <a:buNone/>
            </a:pPr>
            <a:r>
              <a:rPr lang="en-US" altLang="zh-CN"/>
              <a:t>CANFD</a:t>
            </a:r>
            <a:r>
              <a:t>的开发，进芯考虑到客户从</a:t>
            </a:r>
            <a:r>
              <a:rPr lang="en-US" altLang="zh-CN"/>
              <a:t>0</a:t>
            </a:r>
            <a:r>
              <a:t>开始配置会很麻烦，所以针对该模块配置了不同使用情况的</a:t>
            </a:r>
            <a:r>
              <a:rPr lang="en-US" altLang="zh-CN"/>
              <a:t>DEMO</a:t>
            </a:r>
            <a:r>
              <a:t>以供客户调用，在</a:t>
            </a:r>
            <a:r>
              <a:rPr lang="en-US" altLang="zh-CN"/>
              <a:t>demo</a:t>
            </a:r>
            <a:r>
              <a:t>中已经把常用函数配置好，客户直接导入调用</a:t>
            </a:r>
            <a:r>
              <a:t>即可；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 idx="2"/>
          </p:nvPr>
        </p:nvSpPr>
        <p:spPr/>
        <p:txBody>
          <a:bodyPr/>
          <a:p>
            <a:r>
              <a:rPr lang="en-US" altLang="zh-CN">
                <a:sym typeface="+mn-ea"/>
              </a:rPr>
              <a:t>ADP32F036</a:t>
            </a:r>
            <a:r>
              <a:rPr>
                <a:sym typeface="+mn-ea"/>
              </a:rPr>
              <a:t>资源配置</a:t>
            </a:r>
            <a:endParaRPr lang="zh-CN" altLang="en-US"/>
          </a:p>
        </p:txBody>
      </p:sp>
      <p:sp>
        <p:nvSpPr>
          <p:cNvPr id="4" name="内容占位符 1"/>
          <p:cNvSpPr>
            <a:spLocks noGrp="1"/>
          </p:cNvSpPr>
          <p:nvPr/>
        </p:nvSpPr>
        <p:spPr>
          <a:xfrm>
            <a:off x="695325" y="1245235"/>
            <a:ext cx="10536555" cy="65024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Heavy" panose="00000A00000000000000" charset="-122"/>
                <a:sym typeface="+mn-ea"/>
              </a:defRPr>
            </a:lvl1pPr>
            <a:lvl2pPr marL="685800" marR="0" lvl="1" indent="-228600" algn="l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5pPr>
            <a:lvl6pPr marL="2514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>
                <a:solidFill>
                  <a:srgbClr val="FF0000"/>
                </a:solidFill>
                <a:sym typeface="+mn-ea"/>
              </a:rPr>
              <a:t>CANFD</a:t>
            </a:r>
            <a:r>
              <a:rPr sz="2400">
                <a:solidFill>
                  <a:srgbClr val="FF0000"/>
                </a:solidFill>
                <a:sym typeface="+mn-ea"/>
              </a:rPr>
              <a:t>可变速率局域网</a:t>
            </a:r>
            <a:r>
              <a:rPr sz="2400">
                <a:solidFill>
                  <a:srgbClr val="FF0000"/>
                </a:solidFill>
                <a:sym typeface="+mn-ea"/>
              </a:rPr>
              <a:t>模块</a:t>
            </a:r>
            <a:endParaRPr sz="2400">
              <a:solidFill>
                <a:srgbClr val="FF0000"/>
              </a:solidFill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9315" y="2935605"/>
            <a:ext cx="7372350" cy="16573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315" y="4758690"/>
            <a:ext cx="3600450" cy="4953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825" y="5530215"/>
            <a:ext cx="5095875" cy="74295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3"/>
          </p:nvPr>
        </p:nvSpPr>
        <p:spPr>
          <a:xfrm>
            <a:off x="695325" y="1978025"/>
            <a:ext cx="10800080" cy="4295140"/>
          </a:xfrm>
        </p:spPr>
        <p:txBody>
          <a:bodyPr/>
          <a:p>
            <a:pPr marL="0" indent="0">
              <a:buNone/>
            </a:pPr>
            <a:r>
              <a:rPr lang="en-US" altLang="zh-CN"/>
              <a:t>CANFD</a:t>
            </a:r>
            <a:r>
              <a:t>的开发，进芯考虑到客户从</a:t>
            </a:r>
            <a:r>
              <a:rPr lang="en-US" altLang="zh-CN"/>
              <a:t>0</a:t>
            </a:r>
            <a:r>
              <a:t>开始配置会很麻烦，所以针对该模块配置了不同使用情况的</a:t>
            </a:r>
            <a:r>
              <a:rPr lang="en-US" altLang="zh-CN"/>
              <a:t>DEMO</a:t>
            </a:r>
            <a:r>
              <a:t>以供客户调用，在</a:t>
            </a:r>
            <a:r>
              <a:rPr lang="en-US" altLang="zh-CN"/>
              <a:t>demo</a:t>
            </a:r>
            <a:r>
              <a:t>中已经把常用函数配置好，客户直接导入调用</a:t>
            </a:r>
            <a:r>
              <a:t>即可；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 idx="2"/>
          </p:nvPr>
        </p:nvSpPr>
        <p:spPr/>
        <p:txBody>
          <a:bodyPr/>
          <a:p>
            <a:r>
              <a:rPr lang="en-US" altLang="zh-CN">
                <a:sym typeface="+mn-ea"/>
              </a:rPr>
              <a:t>ADP32F036</a:t>
            </a:r>
            <a:r>
              <a:rPr>
                <a:sym typeface="+mn-ea"/>
              </a:rPr>
              <a:t>资源配置</a:t>
            </a:r>
            <a:endParaRPr lang="zh-CN" altLang="en-US"/>
          </a:p>
        </p:txBody>
      </p:sp>
      <p:sp>
        <p:nvSpPr>
          <p:cNvPr id="4" name="内容占位符 1"/>
          <p:cNvSpPr>
            <a:spLocks noGrp="1"/>
          </p:cNvSpPr>
          <p:nvPr/>
        </p:nvSpPr>
        <p:spPr>
          <a:xfrm>
            <a:off x="695325" y="1245235"/>
            <a:ext cx="10536555" cy="65024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Heavy" panose="00000A00000000000000" charset="-122"/>
                <a:sym typeface="+mn-ea"/>
              </a:defRPr>
            </a:lvl1pPr>
            <a:lvl2pPr marL="685800" marR="0" lvl="1" indent="-228600" algn="l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  <a:cs typeface="+mn-cs"/>
              </a:defRPr>
            </a:lvl5pPr>
            <a:lvl6pPr marL="2514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>
                <a:solidFill>
                  <a:srgbClr val="FF0000"/>
                </a:solidFill>
                <a:sym typeface="+mn-ea"/>
              </a:rPr>
              <a:t>CANFD</a:t>
            </a:r>
            <a:r>
              <a:rPr sz="2400">
                <a:solidFill>
                  <a:srgbClr val="FF0000"/>
                </a:solidFill>
                <a:sym typeface="+mn-ea"/>
              </a:rPr>
              <a:t>可变速率局域网</a:t>
            </a:r>
            <a:r>
              <a:rPr sz="2400">
                <a:solidFill>
                  <a:srgbClr val="FF0000"/>
                </a:solidFill>
                <a:sym typeface="+mn-ea"/>
              </a:rPr>
              <a:t>模块</a:t>
            </a:r>
            <a:endParaRPr sz="2400">
              <a:solidFill>
                <a:srgbClr val="FF0000"/>
              </a:solidFill>
              <a:sym typeface="+mn-ea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439420" y="3025140"/>
            <a:ext cx="5514340" cy="624205"/>
            <a:chOff x="1095" y="4612"/>
            <a:chExt cx="8684" cy="983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95" y="4612"/>
              <a:ext cx="8685" cy="525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5" y="5205"/>
              <a:ext cx="6960" cy="390"/>
            </a:xfrm>
            <a:prstGeom prst="rect">
              <a:avLst/>
            </a:prstGeom>
          </p:spPr>
        </p:pic>
      </p:grp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145" y="4403090"/>
            <a:ext cx="5562600" cy="135255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rcRect b="53614"/>
          <a:stretch>
            <a:fillRect/>
          </a:stretch>
        </p:blipFill>
        <p:spPr>
          <a:xfrm>
            <a:off x="6548120" y="2857500"/>
            <a:ext cx="4462145" cy="114363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7635" y="4492625"/>
            <a:ext cx="5390515" cy="171005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617220" y="3745230"/>
            <a:ext cx="2979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1.headerCMD</a:t>
            </a:r>
            <a:r>
              <a:rPr lang="zh-CN" altLang="en-US"/>
              <a:t>中分配</a:t>
            </a:r>
            <a:r>
              <a:rPr lang="zh-CN" altLang="en-US"/>
              <a:t>字段</a:t>
            </a:r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695325" y="5834380"/>
            <a:ext cx="2979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2.</a:t>
            </a:r>
            <a:r>
              <a:rPr lang="zh-CN" altLang="en-US"/>
              <a:t>在</a:t>
            </a:r>
            <a:r>
              <a:rPr lang="en-US" altLang="zh-CN"/>
              <a:t>Global</a:t>
            </a:r>
            <a:r>
              <a:rPr lang="zh-CN" altLang="en-US"/>
              <a:t>中分配</a:t>
            </a:r>
            <a:r>
              <a:rPr lang="zh-CN" altLang="en-US"/>
              <a:t>空间</a:t>
            </a:r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6548120" y="4062730"/>
            <a:ext cx="2979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3.</a:t>
            </a:r>
            <a:r>
              <a:rPr lang="zh-CN" altLang="en-US"/>
              <a:t>在</a:t>
            </a:r>
            <a:r>
              <a:rPr lang="en-US" altLang="zh-CN"/>
              <a:t>CANFD.h</a:t>
            </a:r>
            <a:r>
              <a:rPr lang="zh-CN" altLang="en-US"/>
              <a:t>中声明</a:t>
            </a:r>
            <a:r>
              <a:rPr lang="zh-CN" altLang="en-US"/>
              <a:t>结构体</a:t>
            </a:r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6548120" y="6264275"/>
            <a:ext cx="2979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4.</a:t>
            </a:r>
            <a:r>
              <a:rPr lang="zh-CN" altLang="en-US"/>
              <a:t>在主程序中</a:t>
            </a:r>
            <a:r>
              <a:rPr lang="zh-CN" altLang="en-US"/>
              <a:t>写入结构体</a:t>
            </a:r>
            <a:endParaRPr lang="zh-CN" altLang="en-US"/>
          </a:p>
        </p:txBody>
      </p:sp>
    </p:spTree>
    <p:custDataLst>
      <p:tags r:id="rId6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10800,&quot;width&quot;:19200}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  <p:tag name="KSO_WM_UNIT_TEXT_FILL_FORE_SCHEMECOLOR_INDEX_BRIGHTNESS" val="-0.25"/>
  <p:tag name="KSO_WM_UNIT_TEXT_FILL_FORE_SCHEMECOLOR_INDEX" val="14"/>
  <p:tag name="KSO_WM_UNIT_TEXT_FILL_TYPE" val="1"/>
  <p:tag name="KSO_WM_UNIT_CONTENT_GROUP_TYPE" val="contentchip"/>
  <p:tag name="KSO_WM_UNIT_TEXT_LAYER_COUNT" val="1"/>
</p:tagLst>
</file>

<file path=ppt/tags/tag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  <p:tag name="KSO_WM_UNIT_CONTENT_GROUP_TYPE" val="contentchip"/>
</p:tagLst>
</file>

<file path=ppt/tags/tag4.xml><?xml version="1.0" encoding="utf-8"?>
<p:tagLst xmlns:p="http://schemas.openxmlformats.org/presentationml/2006/main">
  <p:tag name="KSO_WM_UNIT_PRESET_TEXT" val="Simple &amp; Creative"/>
  <p:tag name="KSO_WM_UNIT_NOCLEAR" val="0"/>
  <p:tag name="KSO_WM_UNIT_VALUE" val="48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TEXT_FILL_FORE_SCHEMECOLOR_INDEX_BRIGHTNESS" val="-0.25"/>
  <p:tag name="KSO_WM_UNIT_TEXT_FILL_FORE_SCHEMECOLOR_INDEX" val="14"/>
  <p:tag name="KSO_WM_UNIT_TEXT_FILL_TYPE" val="1"/>
  <p:tag name="KSO_WM_UNIT_CONTENT_GROUP_TYPE" val="contentchip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2*i*1"/>
  <p:tag name="KSO_WM_UNIT_LAYERLEVEL" val="1"/>
  <p:tag name="KSO_WM_TAG_VERSION" val="3.0"/>
  <p:tag name="PA" val="v5.2.11"/>
</p:tagLst>
</file>

<file path=ppt/tags/tag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  <p:tag name="KSO_WM_UNIT_TEXT_FILL_FORE_SCHEMECOLOR_INDEX_BRIGHTNESS" val="0.25"/>
  <p:tag name="KSO_WM_UNIT_TEXT_FILL_FORE_SCHEMECOLOR_INDEX" val="13"/>
  <p:tag name="KSO_WM_UNIT_TEXT_FILL_TYPE" val="1"/>
  <p:tag name="KSO_WM_UNIT_PRESET_TEXT" val="单击此处编辑母版文本样式&#10;第二级&#10;第三级&#10;第四级&#10;第五级"/>
  <p:tag name="PA" val="v5.2.11"/>
  <p:tag name="KSO_WM_UNIT_TEXT_LAYER_COUNT" val="1"/>
</p:tagLst>
</file>

<file path=ppt/tags/tag1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  <p:tag name="KSO_WM_UNIT_CONTENT_GROUP_TYPE" val="titlestyle"/>
  <p:tag name="PA" val="v5.2.11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2*i*2"/>
  <p:tag name="KSO_WM_UNIT_LAYERLEVEL" val="1"/>
  <p:tag name="KSO_WM_TAG_VERSION" val="3.0"/>
  <p:tag name="KSO_WM_BEAUTIFY_FLAG" val="#wm#"/>
  <p:tag name="KSO_WM_UNIT_CONTENT_GROUP_TYPE" val="titlestyle"/>
  <p:tag name="PA" val="v5.2.1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ISCONTENTSTITLE" val="0"/>
  <p:tag name="KSO_WM_UNIT_ISNUMDGMTITLE" val="0"/>
  <p:tag name="KSO_WM_UNIT_PRESET_TEXT" val="Contents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3*b*1"/>
  <p:tag name="KSO_WM_UNIT_LAYERLEVEL" val="1"/>
  <p:tag name="KSO_WM_TAG_VERSION" val="3.0"/>
  <p:tag name="KSO_WM_BEAUTIFY_FLAG" val="#wm#"/>
  <p:tag name="KSO_WM_UNIT_TEXT_FILL_FORE_SCHEMECOLOR_INDEX_BRIGHTNESS" val="0.25"/>
  <p:tag name="KSO_WM_UNIT_TEXT_FILL_FORE_SCHEMECOLOR_INDEX" val="13"/>
  <p:tag name="KSO_WM_UNIT_TEXT_FILL_TYPE" val="1"/>
</p:tagLst>
</file>

<file path=ppt/tags/tag17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BEAUTIFY_FLAG" val="#wm#"/>
  <p:tag name="KSO_WM_UNIT_LINE_FORE_SCHEMECOLOR_INDEX_BRIGHTNESS" val="0"/>
  <p:tag name="KSO_WM_UNIT_LINE_FORE_SCHEMECOLOR_INDEX" val="5"/>
  <p:tag name="KSO_WM_UNIT_LINE_FILL_TYPE" val="2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4"/>
  <p:tag name="KSO_WM_UNIT_ID" val="_4*i*4"/>
  <p:tag name="KSO_WM_UNIT_LAYERLEVEL" val="1"/>
  <p:tag name="KSO_WM_TAG_VERSION" val="3.0"/>
</p:tagLst>
</file>

<file path=ppt/tags/tag24.xml><?xml version="1.0" encoding="utf-8"?>
<p:tagLst xmlns:p="http://schemas.openxmlformats.org/presentationml/2006/main">
  <p:tag name="KSO_WM_UNIT_PRESET_TEXT" val="Part One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  <p:tag name="KSO_WM_UNIT_TEXT_FILL_FORE_SCHEMECOLOR_INDEX_BRIGHTNESS" val="-0.25"/>
  <p:tag name="KSO_WM_UNIT_TEXT_FILL_FORE_SCHEMECOLOR_INDEX" val="14"/>
  <p:tag name="KSO_WM_UNIT_TEXT_FILL_TYPE" val="1"/>
  <p:tag name="KSO_WM_UNIT_CONTENT_GROUP_TYPE" val="contentchip"/>
</p:tagLst>
</file>

<file path=ppt/tags/tag25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  <p:tag name="KSO_WM_UNIT_CONTENT_GROUP_TYPE" val="contentchip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5*i*1"/>
  <p:tag name="KSO_WM_UNIT_LAYERLEVEL" val="1"/>
  <p:tag name="KSO_WM_TAG_VERSION" val="3.0"/>
</p:tagLst>
</file>

<file path=ppt/tags/tag30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  <p:tag name="KSO_WM_UNIT_CONTENT_GROUP_TYPE" val="titlestyle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5*i*2"/>
  <p:tag name="KSO_WM_UNIT_LAYERLEVEL" val="1"/>
  <p:tag name="KSO_WM_TAG_VERSION" val="3.0"/>
  <p:tag name="KSO_WM_BEAUTIFY_FLAG" val="#wm#"/>
  <p:tag name="KSO_WM_UNIT_CONTENT_GROUP_TYPE" val="titlestyle"/>
</p:tagLst>
</file>

<file path=ppt/tags/tag3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  <p:tag name="KSO_WM_UNIT_TEXT_LAYER_COUNT" val="1"/>
</p:tagLst>
</file>

<file path=ppt/tags/tag3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  <p:tag name="KSO_WM_UNIT_TEXT_LAYER_COUNT" val="1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6*i*1"/>
  <p:tag name="KSO_WM_UNIT_LAYERLEVEL" val="1"/>
  <p:tag name="KSO_WM_TAG_VERSION" val="3.0"/>
</p:tagLst>
</file>

<file path=ppt/tags/tag38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39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40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  <p:tag name="KSO_WM_UNIT_CONTENT_GROUP_TYPE" val="titlestyle"/>
</p:tagLst>
</file>

<file path=ppt/tags/tag4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6*i*2"/>
  <p:tag name="KSO_WM_UNIT_LAYERLEVEL" val="1"/>
  <p:tag name="KSO_WM_TAG_VERSION" val="3.0"/>
  <p:tag name="KSO_WM_UNIT_CONTENT_GROUP_TYPE" val="titlestyle"/>
</p:tagLst>
</file>

<file path=ppt/tags/tag4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  <p:tag name="KSO_WM_UNIT_PRESET_TEXT" val="单击此处编辑母版文本样式&#10;第二级&#10;第三级&#10;第四级&#10;第五级"/>
  <p:tag name="KSO_WM_UNIT_TEXT_LAYER_COUNT" val="1"/>
</p:tagLst>
</file>

<file path=ppt/tags/tag4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  <p:tag name="KSO_WM_UNIT_PRESET_TEXT" val="单击此处编辑母版文本样式&#10;第二级&#10;第三级&#10;第四级&#10;第五级"/>
  <p:tag name="KSO_WM_UNIT_TEXT_LAYER_COUNT" val="1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7*i*1"/>
  <p:tag name="KSO_WM_UNIT_LAYERLEVEL" val="1"/>
  <p:tag name="KSO_WM_TAG_VERSION" val="3.0"/>
</p:tagLst>
</file>

<file path=ppt/tags/tag48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  <p:tag name="KSO_WM_UNIT_CONTENT_GROUP_TYPE" val="titlestyle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7*i*2"/>
  <p:tag name="KSO_WM_UNIT_LAYERLEVEL" val="1"/>
  <p:tag name="KSO_WM_TAG_VERSION" val="3.0"/>
  <p:tag name="KSO_WM_BEAUTIFY_FLAG" val="#wm#"/>
  <p:tag name="KSO_WM_UNIT_CONTENT_GROUP_TYPE" val="titlestyle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8*i*1"/>
  <p:tag name="KSO_WM_UNIT_LAYERLEVEL" val="1"/>
  <p:tag name="KSO_WM_TAG_VERSION" val="3.0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9*i*1"/>
  <p:tag name="KSO_WM_UNIT_LAYERLEVEL" val="1"/>
  <p:tag name="KSO_WM_TAG_VERSION" val="3.0"/>
</p:tagLst>
</file>

<file path=ppt/tags/tag5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  <p:tag name="KSO_WM_UNIT_TEXT_LAYER_COUNT" val="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0*i*1"/>
  <p:tag name="KSO_WM_UNIT_LAYERLEVEL" val="1"/>
  <p:tag name="KSO_WM_TAG_VERSION" val="3.0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  <p:tag name="KSO_WM_UNIT_TEXT_FILL_FORE_SCHEMECOLOR_INDEX_BRIGHTNESS" val="0.25"/>
  <p:tag name="KSO_WM_UNIT_TEXT_FILL_FORE_SCHEMECOLOR_INDEX" val="13"/>
  <p:tag name="KSO_WM_UNIT_TEXT_FILL_TYPE" val="1"/>
  <p:tag name="KSO_WM_UNIT_CONTENT_GROUP_TYPE" val="titlestyle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  <p:tag name="KSO_WM_UNIT_CONTENT_GROUP_TYPE" val="titlestyle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0*i*2"/>
  <p:tag name="KSO_WM_UNIT_LAYERLEVEL" val="1"/>
  <p:tag name="KSO_WM_TAG_VERSION" val="3.0"/>
  <p:tag name="KSO_WM_BEAUTIFY_FLAG" val="#wm#"/>
  <p:tag name="KSO_WM_UNIT_CONTENT_GROUP_TYPE" val="titlestyle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UNIT_TYPE" val="i"/>
  <p:tag name="KSO_WM_UNIT_INDEX" val="1"/>
</p:tagLst>
</file>

<file path=ppt/tags/tag70.xml><?xml version="1.0" encoding="utf-8"?>
<p:tagLst xmlns:p="http://schemas.openxmlformats.org/presentationml/2006/main">
  <p:tag name="KSO_WM_UNIT_ISCONTENTSTITLE" val="0"/>
  <p:tag name="KSO_WM_UNIT_ISNUMDGMTITLE" val="0"/>
  <p:tag name="KSO_WM_UNIT_PRESET_TEXT" val="感谢您的观看与聆听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  <p:tag name="KSO_WM_UNIT_CONTENT_GROUP_TYPE" val="contentchip"/>
</p:tagLst>
</file>

<file path=ppt/tags/tag71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  <p:tag name="KSO_WM_UNIT_TEXT_FILL_FORE_SCHEMECOLOR_INDEX_BRIGHTNESS" val="-0.25"/>
  <p:tag name="KSO_WM_UNIT_TEXT_FILL_FORE_SCHEMECOLOR_INDEX" val="14"/>
  <p:tag name="KSO_WM_UNIT_TEXT_FILL_TYPE" val="1"/>
  <p:tag name="KSO_WM_UNIT_CONTENT_GROUP_TYPE" val="contentchip"/>
  <p:tag name="KSO_WM_UNIT_TEXT_LAYER_COUNT" val="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  <p:tag name="KSO_WM_UNIT_CONTENT_GROUP_TYPE" val="titlestyle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UNIT_TEXT_LAYER_COUNT" val="1"/>
  <p:tag name="KSO_WM_TEMPLATE_CATEGORY" val="custom"/>
  <p:tag name="KSO_WM_TEMPLATE_INDEX" val="20230230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TEMPLATE_CATEGORY" val="custom"/>
  <p:tag name="KSO_WM_TEMPLATE_INDEX" val="20230230"/>
</p:tagLst>
</file>

<file path=ppt/tags/tag82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0230"/>
  <p:tag name="KSO_WM_TEMPLATE_THUMBS_INDEX" val="1、11"/>
</p:tagLst>
</file>

<file path=ppt/tags/tag83.xml><?xml version="1.0" encoding="utf-8"?>
<p:tagLst xmlns:p="http://schemas.openxmlformats.org/presentationml/2006/main">
  <p:tag name="KSO_WM_UNIT_SUBTYPE" val="b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0230_1*f*1"/>
  <p:tag name="KSO_WM_TEMPLATE_CATEGORY" val="custom"/>
  <p:tag name="KSO_WM_TEMPLATE_INDEX" val="20230230"/>
  <p:tag name="KSO_WM_UNIT_LAYERLEVEL" val="1"/>
  <p:tag name="KSO_WM_TAG_VERSION" val="3.0"/>
  <p:tag name="KSO_WM_BEAUTIFY_FLAG" val="#wm#"/>
  <p:tag name="KSO_WM_UNIT_TEXT_FILL_FORE_SCHEMECOLOR_INDEX_BRIGHTNESS" val="-0.25"/>
  <p:tag name="KSO_WM_UNIT_TEXT_FILL_FORE_SCHEMECOLOR_INDEX" val="14"/>
  <p:tag name="KSO_WM_UNIT_TEXT_FILL_TYPE" val="1"/>
  <p:tag name="KSO_WM_UNIT_CONTENT_GROUP_TYPE" val="contentchip"/>
  <p:tag name="KSO_WM_UNIT_TEXT_LAYER_COUNT" val="1"/>
  <p:tag name="KSO_WM_UNIT_PRESET_TEXT_INDEX" val="-1"/>
  <p:tag name="KSO_WM_UNIT_PRESET_TEXT_LEN" val="0"/>
</p:tagLst>
</file>

<file path=ppt/tags/tag8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30_1*a*1"/>
  <p:tag name="KSO_WM_TEMPLATE_CATEGORY" val="custom"/>
  <p:tag name="KSO_WM_TEMPLATE_INDEX" val="20230230"/>
  <p:tag name="KSO_WM_UNIT_LAYERLEVEL" val="1"/>
  <p:tag name="KSO_WM_TAG_VERSION" val="3.0"/>
  <p:tag name="KSO_WM_BEAUTIFY_FLAG" val="#wm#"/>
  <p:tag name="KSO_WM_UNIT_CONTENT_GROUP_TYPE" val="contentchip"/>
  <p:tag name="KSO_WM_UNIT_TEXT_TYPE" val="1"/>
  <p:tag name="KSO_WM_UNIT_PRESET_TEXT" val="单击添加文档标题"/>
</p:tagLst>
</file>

<file path=ppt/tags/tag85.xml><?xml version="1.0" encoding="utf-8"?>
<p:tagLst xmlns:p="http://schemas.openxmlformats.org/presentationml/2006/main">
  <p:tag name="KSO_WM_UNIT_NOCLEAR" val="0"/>
  <p:tag name="KSO_WM_UNIT_VALUE" val="48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30230_1*b*1"/>
  <p:tag name="KSO_WM_TEMPLATE_CATEGORY" val="custom"/>
  <p:tag name="KSO_WM_TEMPLATE_INDEX" val="20230230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TEXT_FILL_FORE_SCHEMECOLOR_INDEX_BRIGHTNESS" val="-0.25"/>
  <p:tag name="KSO_WM_UNIT_TEXT_FILL_FORE_SCHEMECOLOR_INDEX" val="14"/>
  <p:tag name="KSO_WM_UNIT_TEXT_FILL_TYPE" val="1"/>
  <p:tag name="KSO_WM_UNIT_CONTENT_GROUP_TYPE" val="contentchip"/>
  <p:tag name="KSO_WM_UNIT_TEXT_TYPE" val="1"/>
  <p:tag name="KSO_WM_UNIT_PRESET_TEXT" val="Simple &amp; Creative"/>
</p:tagLst>
</file>

<file path=ppt/tags/tag86.xml><?xml version="1.0" encoding="utf-8"?>
<p:tagLst xmlns:p="http://schemas.openxmlformats.org/presentationml/2006/main">
  <p:tag name="KSO_WM_SLIDE_ID" val="custom20230230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0230"/>
  <p:tag name="KSO_WM_SLIDE_LAYOUT" val="a_b_f"/>
  <p:tag name="KSO_WM_SLIDE_LAYOUT_CNT" val="1_1_1"/>
  <p:tag name="KSO_WM_TEMPLATE_THUMBS_INDEX" val="1、11"/>
  <p:tag name="KSO_WM_SLIDE_CONTENT_AREA" val="{&quot;left&quot;:&quot;46.45&quot;,&quot;top&quot;:&quot;101.75&quot;,&quot;width&quot;:&quot;613.6&quot;,&quot;height&quot;:&quot;315.15&quot;}"/>
  <p:tag name="KSO_WM_SLIDE_THEME_ID" val="3302458"/>
  <p:tag name="KSO_WM_SLIDE_THEME_NAME" val="白色简约立体风"/>
</p:tagLst>
</file>

<file path=ppt/tags/tag87.xml><?xml version="1.0" encoding="utf-8"?>
<p:tagLst xmlns:p="http://schemas.openxmlformats.org/presentationml/2006/main">
  <p:tag name="KSO_WM_BEAUTIFY_FLAG" val="#wm#"/>
  <p:tag name="KSO_WM_TEMPLATE_CATEGORY" val="custom"/>
  <p:tag name="KSO_WM_TEMPLATE_INDEX" val="20230230"/>
</p:tagLst>
</file>

<file path=ppt/tags/tag88.xml><?xml version="1.0" encoding="utf-8"?>
<p:tagLst xmlns:p="http://schemas.openxmlformats.org/presentationml/2006/main">
  <p:tag name="KSO_WM_BEAUTIFY_FLAG" val="#wm#"/>
  <p:tag name="KSO_WM_TEMPLATE_CATEGORY" val="custom"/>
  <p:tag name="KSO_WM_TEMPLATE_INDEX" val="20230230"/>
</p:tagLst>
</file>

<file path=ppt/tags/tag89.xml><?xml version="1.0" encoding="utf-8"?>
<p:tagLst xmlns:p="http://schemas.openxmlformats.org/presentationml/2006/main">
  <p:tag name="KSO_WM_BEAUTIFY_FLAG" val="#wm#"/>
  <p:tag name="KSO_WM_TEMPLATE_CATEGORY" val="custom"/>
  <p:tag name="KSO_WM_TEMPLATE_INDEX" val="20230230"/>
</p:tagLst>
</file>

<file path=ppt/tags/tag90.xml><?xml version="1.0" encoding="utf-8"?>
<p:tagLst xmlns:p="http://schemas.openxmlformats.org/presentationml/2006/main">
  <p:tag name="KSO_WM_BEAUTIFY_FLAG" val="#wm#"/>
  <p:tag name="KSO_WM_TEMPLATE_CATEGORY" val="custom"/>
  <p:tag name="KSO_WM_TEMPLATE_INDEX" val="20230230"/>
</p:tagLst>
</file>

<file path=ppt/tags/tag91.xml><?xml version="1.0" encoding="utf-8"?>
<p:tagLst xmlns:p="http://schemas.openxmlformats.org/presentationml/2006/main">
  <p:tag name="KSO_WM_BEAUTIFY_FLAG" val="#wm#"/>
  <p:tag name="KSO_WM_TEMPLATE_CATEGORY" val="custom"/>
  <p:tag name="KSO_WM_TEMPLATE_INDEX" val="20230230"/>
</p:tagLst>
</file>

<file path=ppt/tags/tag92.xml><?xml version="1.0" encoding="utf-8"?>
<p:tagLst xmlns:p="http://schemas.openxmlformats.org/presentationml/2006/main">
  <p:tag name="KSO_WM_BEAUTIFY_FLAG" val="#wm#"/>
  <p:tag name="KSO_WM_TEMPLATE_CATEGORY" val="custom"/>
  <p:tag name="KSO_WM_TEMPLATE_INDEX" val="20230230"/>
</p:tagLst>
</file>

<file path=ppt/tags/tag93.xml><?xml version="1.0" encoding="utf-8"?>
<p:tagLst xmlns:p="http://schemas.openxmlformats.org/presentationml/2006/main">
  <p:tag name="KSO_WM_BEAUTIFY_FLAG" val="#wm#"/>
  <p:tag name="KSO_WM_TEMPLATE_CATEGORY" val="custom"/>
  <p:tag name="KSO_WM_TEMPLATE_INDEX" val="20230230"/>
</p:tagLst>
</file>

<file path=ppt/tags/tag94.xml><?xml version="1.0" encoding="utf-8"?>
<p:tagLst xmlns:p="http://schemas.openxmlformats.org/presentationml/2006/main">
  <p:tag name="KSO_WM_BEAUTIFY_FLAG" val="#wm#"/>
  <p:tag name="KSO_WM_TEMPLATE_CATEGORY" val="custom"/>
  <p:tag name="KSO_WM_TEMPLATE_INDEX" val="20230230"/>
</p:tagLst>
</file>

<file path=ppt/tags/tag95.xml><?xml version="1.0" encoding="utf-8"?>
<p:tagLst xmlns:p="http://schemas.openxmlformats.org/presentationml/2006/main">
  <p:tag name="KSO_WM_BEAUTIFY_FLAG" val="#wm#"/>
  <p:tag name="KSO_WM_TEMPLATE_CATEGORY" val="custom"/>
  <p:tag name="KSO_WM_TEMPLATE_INDEX" val="20230230"/>
</p:tagLst>
</file>

<file path=ppt/tags/tag96.xml><?xml version="1.0" encoding="utf-8"?>
<p:tagLst xmlns:p="http://schemas.openxmlformats.org/presentationml/2006/main">
  <p:tag name="KSO_WM_BEAUTIFY_FLAG" val="#wm#"/>
  <p:tag name="KSO_WM_TEMPLATE_CATEGORY" val="custom"/>
  <p:tag name="KSO_WM_TEMPLATE_INDEX" val="20230230"/>
</p:tagLst>
</file>

<file path=ppt/tags/tag97.xml><?xml version="1.0" encoding="utf-8"?>
<p:tagLst xmlns:p="http://schemas.openxmlformats.org/presentationml/2006/main">
  <p:tag name="KSO_WM_BEAUTIFY_FLAG" val="#wm#"/>
  <p:tag name="KSO_WM_TEMPLATE_CATEGORY" val="custom"/>
  <p:tag name="KSO_WM_TEMPLATE_INDEX" val="20230230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自定义 61">
      <a:dk1>
        <a:srgbClr val="000000"/>
      </a:dk1>
      <a:lt1>
        <a:srgbClr val="FFFFFF"/>
      </a:lt1>
      <a:dk2>
        <a:srgbClr val="3F4D63"/>
      </a:dk2>
      <a:lt2>
        <a:srgbClr val="E7F0FD"/>
      </a:lt2>
      <a:accent1>
        <a:srgbClr val="116CEE"/>
      </a:accent1>
      <a:accent2>
        <a:srgbClr val="1B7ED6"/>
      </a:accent2>
      <a:accent3>
        <a:srgbClr val="268FBE"/>
      </a:accent3>
      <a:accent4>
        <a:srgbClr val="30A1A6"/>
      </a:accent4>
      <a:accent5>
        <a:srgbClr val="3BB28E"/>
      </a:accent5>
      <a:accent6>
        <a:srgbClr val="45C476"/>
      </a:accent6>
      <a:hlink>
        <a:srgbClr val="0563C1"/>
      </a:hlink>
      <a:folHlink>
        <a:srgbClr val="954F72"/>
      </a:folHlink>
    </a:clrScheme>
    <a:fontScheme name="自定义 13">
      <a:majorFont>
        <a:latin typeface="MiSans Heavy"/>
        <a:ea typeface="MiSans Heavy"/>
        <a:cs typeface=""/>
      </a:majorFont>
      <a:minorFont>
        <a:latin typeface="MiSans Light"/>
        <a:ea typeface="MiSans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  <a:prstDash val="solid"/>
        </a:ln>
        <a:effectLst>
          <a:outerShdw blurRad="203200" dist="101600" dir="8100000" algn="tr" rotWithShape="0">
            <a:srgbClr val="FF5DA9">
              <a:alpha val="10000"/>
            </a:srgbClr>
          </a:outerShdw>
        </a:effec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2084</Words>
  <Application>WPS 演示</Application>
  <PresentationFormat>宽屏</PresentationFormat>
  <Paragraphs>139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4" baseType="lpstr">
      <vt:lpstr>Arial</vt:lpstr>
      <vt:lpstr>宋体</vt:lpstr>
      <vt:lpstr>Wingdings</vt:lpstr>
      <vt:lpstr>MiSans Heavy</vt:lpstr>
      <vt:lpstr>Wingdings</vt:lpstr>
      <vt:lpstr>微软雅黑</vt:lpstr>
      <vt:lpstr>Arial Unicode MS</vt:lpstr>
      <vt:lpstr>MiSans Light</vt:lpstr>
      <vt:lpstr>Segoe Print</vt:lpstr>
      <vt:lpstr>Calibri</vt:lpstr>
      <vt:lpstr>WPS</vt:lpstr>
      <vt:lpstr>1_Office 主题</vt:lpstr>
      <vt:lpstr>ADP32F036开发指南</vt:lpstr>
      <vt:lpstr>ADP32F036资源总览（红字为对比035差异点）</vt:lpstr>
      <vt:lpstr>ADP32F036资源配置</vt:lpstr>
      <vt:lpstr>ADP32F036资源配置</vt:lpstr>
      <vt:lpstr>ADP32F036资源配置</vt:lpstr>
      <vt:lpstr>ADP32F036资源配置</vt:lpstr>
      <vt:lpstr>ADP32F036资源配置</vt:lpstr>
      <vt:lpstr>ADP32F036资源配置</vt:lpstr>
      <vt:lpstr>ADP32F036资源配置</vt:lpstr>
      <vt:lpstr>ADP32F036资源配置</vt:lpstr>
      <vt:lpstr>ADP32F036资源配置</vt:lpstr>
      <vt:lpstr>ADP32F036资源配置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xx xx</dc:creator>
  <cp:lastModifiedBy>WPS_1609236828</cp:lastModifiedBy>
  <cp:revision>61</cp:revision>
  <dcterms:created xsi:type="dcterms:W3CDTF">2023-08-09T12:44:00Z</dcterms:created>
  <dcterms:modified xsi:type="dcterms:W3CDTF">2025-03-11T03:27:20Z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BE644B0F23E3498DB9B866CD45AE4096_13</vt:lpwstr>
  </property>
  <property fmtid="{D5CDD505-2E9C-101B-9397-08002B2CF9AE}" pid="3" name="KSOProductBuildVer">
    <vt:lpwstr>2052-12.1.0.20305</vt:lpwstr>
  </property>
</Properties>
</file>