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56" r:id="rId4"/>
    <p:sldId id="263" r:id="rId5"/>
    <p:sldId id="259" r:id="rId7"/>
    <p:sldId id="260" r:id="rId8"/>
    <p:sldId id="264" r:id="rId9"/>
    <p:sldId id="261" r:id="rId10"/>
    <p:sldId id="26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7" Type="http://schemas.openxmlformats.org/officeDocument/2006/relationships/tags" Target="../tags/tag90.xml"/><Relationship Id="rId16" Type="http://schemas.openxmlformats.org/officeDocument/2006/relationships/tags" Target="../tags/tag89.xml"/><Relationship Id="rId15" Type="http://schemas.openxmlformats.org/officeDocument/2006/relationships/tags" Target="../tags/tag88.xml"/><Relationship Id="rId14" Type="http://schemas.openxmlformats.org/officeDocument/2006/relationships/tags" Target="../tags/tag87.xml"/><Relationship Id="rId13" Type="http://schemas.openxmlformats.org/officeDocument/2006/relationships/tags" Target="../tags/tag86.xml"/><Relationship Id="rId12" Type="http://schemas.openxmlformats.org/officeDocument/2006/relationships/tags" Target="../tags/tag85.xml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>
            <p:custDataLst>
              <p:tags r:id="rId2"/>
            </p:custDataLst>
          </p:nvPr>
        </p:nvSpPr>
        <p:spPr>
          <a:xfrm>
            <a:off x="-14605" y="0"/>
            <a:ext cx="600646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3"/>
            </p:custDataLst>
          </p:nvPr>
        </p:nvSpPr>
        <p:spPr>
          <a:xfrm rot="16200000">
            <a:off x="-1383662" y="1369058"/>
            <a:ext cx="6857999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dirty="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 rot="16200000">
            <a:off x="-1331245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5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11197590" y="300291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7"/>
            </p:custDataLst>
          </p:nvPr>
        </p:nvCxnSpPr>
        <p:spPr>
          <a:xfrm>
            <a:off x="11305540" y="193421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8"/>
            </p:custDataLst>
          </p:nvPr>
        </p:nvCxnSpPr>
        <p:spPr>
          <a:xfrm>
            <a:off x="11305540" y="347662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>
            <p:custDataLst>
              <p:tags r:id="rId9"/>
            </p:custDataLst>
          </p:nvPr>
        </p:nvSpPr>
        <p:spPr>
          <a:xfrm>
            <a:off x="10027285" y="4343400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1" name="椭圆 20"/>
          <p:cNvSpPr/>
          <p:nvPr>
            <p:custDataLst>
              <p:tags r:id="rId10"/>
            </p:custDataLst>
          </p:nvPr>
        </p:nvSpPr>
        <p:spPr>
          <a:xfrm>
            <a:off x="10133965" y="4450080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0" name="向下箭头"/>
          <p:cNvSpPr/>
          <p:nvPr>
            <p:custDataLst>
              <p:tags r:id="rId11"/>
            </p:custDataLst>
          </p:nvPr>
        </p:nvSpPr>
        <p:spPr>
          <a:xfrm>
            <a:off x="10238105" y="4542790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3"/>
            </p:custDataLst>
          </p:nvPr>
        </p:nvSpPr>
        <p:spPr>
          <a:xfrm>
            <a:off x="2273300" y="1901190"/>
            <a:ext cx="8413750" cy="17094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7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8" name="署名占位符 10"/>
          <p:cNvSpPr>
            <a:spLocks noGrp="1"/>
          </p:cNvSpPr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2273299" y="4275976"/>
            <a:ext cx="7589519" cy="6566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95960" y="1245235"/>
            <a:ext cx="10800080" cy="493141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 userDrawn="1"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接连接符 59"/>
          <p:cNvCxnSpPr/>
          <p:nvPr>
            <p:custDataLst>
              <p:tags r:id="rId2"/>
            </p:custDataLst>
          </p:nvPr>
        </p:nvCxnSpPr>
        <p:spPr>
          <a:xfrm>
            <a:off x="3509010" y="1475105"/>
            <a:ext cx="0" cy="4572000"/>
          </a:xfrm>
          <a:prstGeom prst="line">
            <a:avLst/>
          </a:prstGeom>
          <a:ln>
            <a:solidFill>
              <a:schemeClr val="bg2">
                <a:lumMod val="50000"/>
                <a:alpha val="2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-18415" y="0"/>
            <a:ext cx="2251075" cy="8718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5" h="1373">
                <a:moveTo>
                  <a:pt x="0" y="0"/>
                </a:moveTo>
                <a:lnTo>
                  <a:pt x="3545" y="0"/>
                </a:lnTo>
                <a:lnTo>
                  <a:pt x="3545" y="1023"/>
                </a:lnTo>
                <a:cubicBezTo>
                  <a:pt x="3545" y="1217"/>
                  <a:pt x="3389" y="1373"/>
                  <a:pt x="3195" y="1373"/>
                </a:cubicBezTo>
                <a:lnTo>
                  <a:pt x="9" y="1373"/>
                </a:lnTo>
                <a:lnTo>
                  <a:pt x="0" y="137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1166495" y="1793240"/>
            <a:ext cx="1375410" cy="360489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>
            <p:custDataLst>
              <p:tags r:id="rId2"/>
            </p:custDataLst>
          </p:nvPr>
        </p:nvSpPr>
        <p:spPr>
          <a:xfrm rot="16200000">
            <a:off x="977900" y="1336040"/>
            <a:ext cx="4351020" cy="435102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椭圆 10"/>
          <p:cNvSpPr/>
          <p:nvPr>
            <p:custDataLst>
              <p:tags r:id="rId3"/>
            </p:custDataLst>
          </p:nvPr>
        </p:nvSpPr>
        <p:spPr>
          <a:xfrm rot="16200000">
            <a:off x="1828800" y="2186940"/>
            <a:ext cx="2649220" cy="264922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9" name="弧形 8"/>
          <p:cNvSpPr/>
          <p:nvPr>
            <p:custDataLst>
              <p:tags r:id="rId4"/>
            </p:custDataLst>
          </p:nvPr>
        </p:nvSpPr>
        <p:spPr>
          <a:xfrm>
            <a:off x="301625" y="659765"/>
            <a:ext cx="5703570" cy="5703570"/>
          </a:xfrm>
          <a:prstGeom prst="arc">
            <a:avLst>
              <a:gd name="adj1" fmla="val 16200000"/>
              <a:gd name="adj2" fmla="val 5319923"/>
            </a:avLst>
          </a:prstGeom>
          <a:ln>
            <a:solidFill>
              <a:schemeClr val="bg2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5"/>
            </p:custDataLst>
          </p:nvPr>
        </p:nvSpPr>
        <p:spPr>
          <a:xfrm rot="10800000">
            <a:off x="6876415" y="3851910"/>
            <a:ext cx="240855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6"/>
            </p:custDataLst>
          </p:nvPr>
        </p:nvSpPr>
        <p:spPr>
          <a:xfrm flipV="1">
            <a:off x="8945880" y="0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1828800" y="3004185"/>
            <a:ext cx="2649220" cy="120840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0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MiSans Heavy" panose="00000A00000000000000" charset="-122"/>
                <a:ea typeface="MiSans Heavy" panose="00000A00000000000000" charset="-122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732905" y="2092325"/>
            <a:ext cx="5005070" cy="16840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8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/>
            <p:custDataLst>
              <p:tags r:id="rId2"/>
            </p:custDataLst>
          </p:nvPr>
        </p:nvSpPr>
        <p:spPr>
          <a:xfrm>
            <a:off x="6400800" y="1245235"/>
            <a:ext cx="5095240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3"/>
            <p:custDataLst>
              <p:tags r:id="rId3"/>
            </p:custDataLst>
          </p:nvPr>
        </p:nvSpPr>
        <p:spPr>
          <a:xfrm>
            <a:off x="695960" y="1245235"/>
            <a:ext cx="5088890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 userDrawn="1">
            <p:custDataLst>
              <p:tags r:id="rId4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8" name="标题"/>
          <p:cNvSpPr>
            <a:spLocks noGrp="1"/>
          </p:cNvSpPr>
          <p:nvPr>
            <p:ph type="title" idx="1"/>
            <p:custDataLst>
              <p:tags r:id="rId5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>
            <a:spLocks noGrp="1"/>
          </p:cNvSpPr>
          <p:nvPr>
            <p:ph idx="6"/>
            <p:custDataLst>
              <p:tags r:id="rId2"/>
            </p:custDataLst>
          </p:nvPr>
        </p:nvSpPr>
        <p:spPr>
          <a:xfrm>
            <a:off x="6235065" y="1671955"/>
            <a:ext cx="5260975" cy="45046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3"/>
            </p:custDataLst>
          </p:nvPr>
        </p:nvSpPr>
        <p:spPr>
          <a:xfrm>
            <a:off x="6235065" y="1247140"/>
            <a:ext cx="5260975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4"/>
            </p:custDataLst>
          </p:nvPr>
        </p:nvSpPr>
        <p:spPr>
          <a:xfrm>
            <a:off x="695325" y="1671955"/>
            <a:ext cx="5255260" cy="45046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5"/>
            </p:custDataLst>
          </p:nvPr>
        </p:nvSpPr>
        <p:spPr>
          <a:xfrm>
            <a:off x="695325" y="1247140"/>
            <a:ext cx="5255260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任意多边形 10"/>
          <p:cNvSpPr/>
          <p:nvPr userDrawn="1">
            <p:custDataLst>
              <p:tags r:id="rId6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7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 userDrawn="1"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MiSans Normal" panose="00000500000000000000" charset="-122"/>
              </a:defRPr>
            </a:lvl1pPr>
          </a:lstStyle>
          <a:p>
            <a:pPr lvl="0" algn="l"/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 22"/>
          <p:cNvSpPr/>
          <p:nvPr userDrawn="1">
            <p:custDataLst>
              <p:tags r:id="rId2"/>
            </p:custDataLst>
          </p:nvPr>
        </p:nvSpPr>
        <p:spPr>
          <a:xfrm>
            <a:off x="-14605" y="-1"/>
            <a:ext cx="6006465" cy="685800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4" name="任意多边形 23"/>
          <p:cNvSpPr/>
          <p:nvPr userDrawn="1">
            <p:custDataLst>
              <p:tags r:id="rId3"/>
            </p:custDataLst>
          </p:nvPr>
        </p:nvSpPr>
        <p:spPr>
          <a:xfrm rot="16200000">
            <a:off x="-1383664" y="1369058"/>
            <a:ext cx="685800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6" name="任意多边形 25"/>
          <p:cNvSpPr/>
          <p:nvPr userDrawn="1">
            <p:custDataLst>
              <p:tags r:id="rId4"/>
            </p:custDataLst>
          </p:nvPr>
        </p:nvSpPr>
        <p:spPr>
          <a:xfrm rot="16200000">
            <a:off x="-1336642" y="2318743"/>
            <a:ext cx="4864351" cy="222027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30" name="圆角矩形 29"/>
          <p:cNvSpPr/>
          <p:nvPr userDrawn="1">
            <p:custDataLst>
              <p:tags r:id="rId5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32" name="直接连接符 31"/>
          <p:cNvCxnSpPr/>
          <p:nvPr userDrawn="1">
            <p:custDataLst>
              <p:tags r:id="rId6"/>
            </p:custDataLst>
          </p:nvPr>
        </p:nvCxnSpPr>
        <p:spPr>
          <a:xfrm>
            <a:off x="11197590" y="298132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>
            <p:custDataLst>
              <p:tags r:id="rId7"/>
            </p:custDataLst>
          </p:nvPr>
        </p:nvCxnSpPr>
        <p:spPr>
          <a:xfrm>
            <a:off x="11305540" y="191262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>
            <p:custDataLst>
              <p:tags r:id="rId8"/>
            </p:custDataLst>
          </p:nvPr>
        </p:nvCxnSpPr>
        <p:spPr>
          <a:xfrm>
            <a:off x="11305540" y="345503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 userDrawn="1">
            <p:custDataLst>
              <p:tags r:id="rId9"/>
            </p:custDataLst>
          </p:nvPr>
        </p:nvSpPr>
        <p:spPr>
          <a:xfrm>
            <a:off x="10016490" y="4434205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8" name="椭圆 37"/>
          <p:cNvSpPr/>
          <p:nvPr userDrawn="1">
            <p:custDataLst>
              <p:tags r:id="rId10"/>
            </p:custDataLst>
          </p:nvPr>
        </p:nvSpPr>
        <p:spPr>
          <a:xfrm>
            <a:off x="10123170" y="4540885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9" name="向下箭头"/>
          <p:cNvSpPr/>
          <p:nvPr userDrawn="1">
            <p:custDataLst>
              <p:tags r:id="rId11"/>
            </p:custDataLst>
          </p:nvPr>
        </p:nvSpPr>
        <p:spPr>
          <a:xfrm>
            <a:off x="10227310" y="4633595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4" name="任意多边形 43"/>
          <p:cNvSpPr/>
          <p:nvPr userDrawn="1"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3"/>
            </p:custDataLst>
          </p:nvPr>
        </p:nvSpPr>
        <p:spPr>
          <a:xfrm>
            <a:off x="2418715" y="1901190"/>
            <a:ext cx="8250555" cy="170561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7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8" name="署名占位符 10"/>
          <p:cNvSpPr>
            <a:spLocks noGrp="1"/>
          </p:cNvSpPr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2418715" y="4375145"/>
            <a:ext cx="7444103" cy="6566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98.xml"/><Relationship Id="rId18" Type="http://schemas.openxmlformats.org/officeDocument/2006/relationships/tags" Target="../tags/tag97.xml"/><Relationship Id="rId17" Type="http://schemas.openxmlformats.org/officeDocument/2006/relationships/tags" Target="../tags/tag96.xml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1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lt"/>
          <a:cs typeface="MiSans Normal" panose="0000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14.xml"/><Relationship Id="rId11" Type="http://schemas.openxmlformats.org/officeDocument/2006/relationships/tags" Target="../tags/tag111.xml"/><Relationship Id="rId10" Type="http://schemas.openxmlformats.org/officeDocument/2006/relationships/tags" Target="../tags/tag110.xml"/><Relationship Id="rId1" Type="http://schemas.openxmlformats.org/officeDocument/2006/relationships/tags" Target="../tags/tag10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16.xml"/><Relationship Id="rId2" Type="http://schemas.openxmlformats.org/officeDocument/2006/relationships/image" Target="../media/image1.png"/><Relationship Id="rId1" Type="http://schemas.openxmlformats.org/officeDocument/2006/relationships/tags" Target="../tags/tag11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18.xml"/><Relationship Id="rId2" Type="http://schemas.openxmlformats.org/officeDocument/2006/relationships/image" Target="../media/image2.png"/><Relationship Id="rId1" Type="http://schemas.openxmlformats.org/officeDocument/2006/relationships/tags" Target="../tags/tag11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346075" y="1901190"/>
            <a:ext cx="11094720" cy="1709420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002X 003X 0013X </a:t>
            </a:r>
            <a:r>
              <a:rPr sz="4800" dirty="0"/>
              <a:t>移植到</a:t>
            </a:r>
            <a:r>
              <a:rPr lang="en-US" altLang="zh-CN" sz="4800" dirty="0"/>
              <a:t>0015X</a:t>
            </a:r>
            <a:r>
              <a:rPr lang="en-US" altLang="zh-CN" dirty="0"/>
              <a:t> </a:t>
            </a:r>
            <a:endParaRPr lang="en-US" altLang="zh-CN" dirty="0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1166495" y="1793240"/>
            <a:ext cx="1375410" cy="3604895"/>
          </a:xfrm>
        </p:spPr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" name="圆角矩形 1"/>
          <p:cNvSpPr/>
          <p:nvPr>
            <p:custDataLst>
              <p:tags r:id="rId2"/>
            </p:custDataLst>
          </p:nvPr>
        </p:nvSpPr>
        <p:spPr>
          <a:xfrm>
            <a:off x="4382770" y="1350645"/>
            <a:ext cx="5067935" cy="92773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>
            <a:outerShdw blurRad="254000" dist="38100" dir="2700000" algn="tl" rotWithShape="0">
              <a:schemeClr val="bg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序号"/>
          <p:cNvSpPr txBox="1"/>
          <p:nvPr>
            <p:custDataLst>
              <p:tags r:id="rId3"/>
            </p:custDataLst>
          </p:nvPr>
        </p:nvSpPr>
        <p:spPr>
          <a:xfrm>
            <a:off x="4382770" y="1355090"/>
            <a:ext cx="920115" cy="92329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/>
          </a:bodyPr>
          <a:lstStyle/>
          <a:p>
            <a:pPr algn="ctr"/>
            <a:r>
              <a:rPr lang="en-US" altLang="zh-CN" sz="2400">
                <a:solidFill>
                  <a:schemeClr val="lt1"/>
                </a:solidFill>
                <a:latin typeface="+mj-ea"/>
                <a:ea typeface="+mj-ea"/>
                <a:cs typeface="MiSans Normal" panose="00000500000000000000" charset="-122"/>
              </a:rPr>
              <a:t>01</a:t>
            </a:r>
            <a:endParaRPr lang="en-US" altLang="zh-CN" sz="2400">
              <a:solidFill>
                <a:schemeClr val="lt1"/>
              </a:solidFill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16" name="标题"/>
          <p:cNvSpPr txBox="1"/>
          <p:nvPr>
            <p:custDataLst>
              <p:tags r:id="rId4"/>
            </p:custDataLst>
          </p:nvPr>
        </p:nvSpPr>
        <p:spPr>
          <a:xfrm>
            <a:off x="5624195" y="1355090"/>
            <a:ext cx="3827145" cy="934085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4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rPr>
              <a:t>002X</a:t>
            </a:r>
            <a:endParaRPr lang="en-US" altLang="zh-CN" sz="24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  <a:sym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5"/>
            </p:custDataLst>
          </p:nvPr>
        </p:nvSpPr>
        <p:spPr>
          <a:xfrm>
            <a:off x="4382770" y="2600960"/>
            <a:ext cx="5067935" cy="92773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>
            <a:outerShdw blurRad="254000" dist="38100" dir="2700000" algn="tl" rotWithShape="0">
              <a:schemeClr val="bg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3" name="序号"/>
          <p:cNvSpPr txBox="1"/>
          <p:nvPr>
            <p:custDataLst>
              <p:tags r:id="rId6"/>
            </p:custDataLst>
          </p:nvPr>
        </p:nvSpPr>
        <p:spPr>
          <a:xfrm>
            <a:off x="4382770" y="2605405"/>
            <a:ext cx="920115" cy="923290"/>
          </a:xfrm>
          <a:prstGeom prst="ellipse">
            <a:avLst/>
          </a:prstGeom>
          <a:solidFill>
            <a:schemeClr val="accent2"/>
          </a:solidFill>
        </p:spPr>
        <p:txBody>
          <a:bodyPr wrap="none" lIns="0" tIns="0" rIns="0" bIns="0" rtlCol="0" anchor="ctr" anchorCtr="0">
            <a:normAutofit/>
          </a:bodyPr>
          <a:lstStyle/>
          <a:p>
            <a:pPr algn="ctr"/>
            <a:r>
              <a:rPr lang="en-US" altLang="zh-CN" sz="2400">
                <a:solidFill>
                  <a:schemeClr val="lt1"/>
                </a:solidFill>
                <a:latin typeface="+mj-ea"/>
                <a:ea typeface="+mj-ea"/>
                <a:cs typeface="MiSans Normal" panose="00000500000000000000" charset="-122"/>
              </a:rPr>
              <a:t>02</a:t>
            </a:r>
            <a:endParaRPr lang="en-US" altLang="zh-CN" sz="2400">
              <a:solidFill>
                <a:schemeClr val="lt1"/>
              </a:solidFill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14" name="标题"/>
          <p:cNvSpPr txBox="1"/>
          <p:nvPr>
            <p:custDataLst>
              <p:tags r:id="rId7"/>
            </p:custDataLst>
          </p:nvPr>
        </p:nvSpPr>
        <p:spPr>
          <a:xfrm>
            <a:off x="5624195" y="2609850"/>
            <a:ext cx="3827145" cy="927735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400" spc="2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rPr>
              <a:t>003X</a:t>
            </a:r>
            <a:endParaRPr lang="en-US" altLang="zh-CN" sz="2400" spc="200">
              <a:solidFill>
                <a:schemeClr val="tx1">
                  <a:lumMod val="85000"/>
                  <a:lumOff val="1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  <a:sym typeface="+mn-ea"/>
            </a:endParaRPr>
          </a:p>
        </p:txBody>
      </p:sp>
      <p:sp>
        <p:nvSpPr>
          <p:cNvPr id="34" name="圆角矩形 33"/>
          <p:cNvSpPr/>
          <p:nvPr>
            <p:custDataLst>
              <p:tags r:id="rId8"/>
            </p:custDataLst>
          </p:nvPr>
        </p:nvSpPr>
        <p:spPr>
          <a:xfrm>
            <a:off x="4382770" y="3851275"/>
            <a:ext cx="5067935" cy="92773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>
            <a:outerShdw blurRad="254000" dist="38100" dir="2700000" algn="tl" rotWithShape="0">
              <a:schemeClr val="bg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norm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35" name="序号"/>
          <p:cNvSpPr txBox="1"/>
          <p:nvPr>
            <p:custDataLst>
              <p:tags r:id="rId9"/>
            </p:custDataLst>
          </p:nvPr>
        </p:nvSpPr>
        <p:spPr>
          <a:xfrm>
            <a:off x="4382770" y="3855720"/>
            <a:ext cx="920115" cy="92329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/>
          </a:bodyPr>
          <a:lstStyle/>
          <a:p>
            <a:pPr algn="ctr"/>
            <a:r>
              <a:rPr lang="en-US" altLang="zh-CN" sz="2400">
                <a:solidFill>
                  <a:schemeClr val="lt1"/>
                </a:solidFill>
                <a:latin typeface="+mj-ea"/>
                <a:ea typeface="+mj-ea"/>
                <a:cs typeface="MiSans Normal" panose="00000500000000000000" charset="-122"/>
              </a:rPr>
              <a:t>03</a:t>
            </a:r>
            <a:endParaRPr lang="en-US" altLang="zh-CN" sz="2400">
              <a:solidFill>
                <a:schemeClr val="lt1"/>
              </a:solidFill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36" name="标题"/>
          <p:cNvSpPr txBox="1"/>
          <p:nvPr>
            <p:custDataLst>
              <p:tags r:id="rId10"/>
            </p:custDataLst>
          </p:nvPr>
        </p:nvSpPr>
        <p:spPr>
          <a:xfrm>
            <a:off x="5624195" y="3858895"/>
            <a:ext cx="3827145" cy="925830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400" spc="2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rPr>
              <a:t>0013X</a:t>
            </a:r>
            <a:endParaRPr lang="en-US" altLang="zh-CN" sz="2400" spc="200">
              <a:solidFill>
                <a:schemeClr val="tx1">
                  <a:lumMod val="85000"/>
                  <a:lumOff val="1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  <a:sym typeface="+mn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002X</a:t>
            </a:r>
            <a:r>
              <a:t>与</a:t>
            </a:r>
            <a:r>
              <a:rPr lang="en-US" altLang="zh-CN"/>
              <a:t>0015X</a:t>
            </a:r>
            <a:r>
              <a:t>资源</a:t>
            </a:r>
            <a:r>
              <a:t>对比</a:t>
            </a: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1499870" y="1080135"/>
          <a:ext cx="8474075" cy="5457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0990"/>
                <a:gridCol w="2808605"/>
                <a:gridCol w="2824480"/>
              </a:tblGrid>
              <a:tr h="45085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28002X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AVP32F00157</a:t>
                      </a:r>
                      <a:endParaRPr lang="en-US" altLang="zh-CN"/>
                    </a:p>
                  </a:txBody>
                  <a:tcPr/>
                </a:tc>
              </a:tr>
              <a:tr h="450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主频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100MHZ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120MHZ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4508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DMA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是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rgbClr val="FF0000"/>
                          </a:solidFill>
                        </a:rPr>
                        <a:t>无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450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闪存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128KB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256KB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4508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RAM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24KB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36KB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5003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CLB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是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rgbClr val="FF0000"/>
                          </a:solidFill>
                        </a:rPr>
                        <a:t>无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450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安全启动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无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rgbClr val="FF0000"/>
                          </a:solidFill>
                        </a:rPr>
                        <a:t>是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4508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HRCAP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r>
                        <a:rPr lang="zh-CN" altLang="en-US"/>
                        <a:t>个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zh-CN" altLang="en-US">
                          <a:solidFill>
                            <a:srgbClr val="FF0000"/>
                          </a:solidFill>
                        </a:rPr>
                        <a:t>个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4508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MCAN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r>
                        <a:rPr lang="zh-CN" altLang="en-US"/>
                        <a:t>个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zh-CN" altLang="en-US">
                          <a:solidFill>
                            <a:srgbClr val="FF0000"/>
                          </a:solidFill>
                        </a:rPr>
                        <a:t>个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4508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FSI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r>
                        <a:rPr lang="zh-CN" altLang="en-US"/>
                        <a:t>个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zh-CN" altLang="en-US">
                          <a:solidFill>
                            <a:srgbClr val="FF0000"/>
                          </a:solidFill>
                        </a:rPr>
                        <a:t>个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4508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SCI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r>
                        <a:rPr lang="zh-CN" altLang="en-US"/>
                        <a:t>个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zh-CN" altLang="en-US">
                          <a:solidFill>
                            <a:srgbClr val="FF0000"/>
                          </a:solidFill>
                        </a:rPr>
                        <a:t>个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4508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SPI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r>
                        <a:rPr lang="zh-CN" altLang="en-US"/>
                        <a:t>个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zh-CN" altLang="en-US">
                          <a:solidFill>
                            <a:srgbClr val="FF0000"/>
                          </a:solidFill>
                        </a:rPr>
                        <a:t>个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002X</a:t>
            </a:r>
            <a:r>
              <a:rPr>
                <a:sym typeface="+mn-ea"/>
              </a:rPr>
              <a:t>与</a:t>
            </a:r>
            <a:r>
              <a:rPr lang="en-US" altLang="zh-CN">
                <a:sym typeface="+mn-ea"/>
              </a:rPr>
              <a:t>0015X</a:t>
            </a:r>
            <a:r>
              <a:rPr>
                <a:sym typeface="+mn-ea"/>
              </a:rPr>
              <a:t>引脚差异</a:t>
            </a:r>
            <a:r>
              <a:rPr>
                <a:sym typeface="+mn-ea"/>
              </a:rPr>
              <a:t>对比</a:t>
            </a:r>
            <a:endParaRPr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30" y="1313815"/>
            <a:ext cx="6254750" cy="53117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386955" y="1396365"/>
            <a:ext cx="43434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80PIN</a:t>
            </a:r>
            <a:r>
              <a:rPr lang="zh-CN" altLang="en-US"/>
              <a:t>引脚：</a:t>
            </a:r>
            <a:endParaRPr lang="zh-CN" altLang="en-US"/>
          </a:p>
          <a:p>
            <a:r>
              <a:rPr lang="zh-CN" altLang="en-US"/>
              <a:t>差异项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56</a:t>
            </a:r>
            <a:r>
              <a:rPr lang="zh-CN" altLang="en-US"/>
              <a:t>脚</a:t>
            </a:r>
            <a:r>
              <a:rPr lang="en-US" altLang="zh-CN"/>
              <a:t> 002X</a:t>
            </a:r>
            <a:r>
              <a:rPr lang="zh-CN" altLang="en-US"/>
              <a:t>是</a:t>
            </a:r>
            <a:r>
              <a:rPr lang="en-US" altLang="zh-CN"/>
              <a:t>GPIO39 00157</a:t>
            </a:r>
            <a:r>
              <a:rPr lang="zh-CN" altLang="en-US"/>
              <a:t>是</a:t>
            </a:r>
            <a:r>
              <a:rPr lang="en-US" altLang="zh-CN"/>
              <a:t>VREGENZ</a:t>
            </a:r>
            <a:r>
              <a:rPr lang="zh-CN" altLang="en-US"/>
              <a:t>（内核</a:t>
            </a:r>
            <a:r>
              <a:rPr lang="en-US" altLang="zh-CN"/>
              <a:t>LDO</a:t>
            </a:r>
            <a:r>
              <a:rPr lang="zh-CN" altLang="en-US"/>
              <a:t>控制</a:t>
            </a:r>
            <a:r>
              <a:rPr lang="zh-CN" altLang="en-US"/>
              <a:t>引脚）</a:t>
            </a:r>
            <a:endParaRPr lang="zh-CN" altLang="en-US"/>
          </a:p>
          <a:p>
            <a:r>
              <a:rPr lang="zh-CN" altLang="en-US"/>
              <a:t>差异项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31-34</a:t>
            </a:r>
            <a:r>
              <a:rPr lang="zh-CN" altLang="en-US"/>
              <a:t>引脚，需注意</a:t>
            </a:r>
            <a:r>
              <a:rPr lang="en-US" altLang="zh-CN"/>
              <a:t>002X</a:t>
            </a:r>
            <a:r>
              <a:rPr lang="zh-CN" altLang="en-US"/>
              <a:t>的</a:t>
            </a:r>
            <a:r>
              <a:rPr lang="en-US" altLang="zh-CN"/>
              <a:t>31</a:t>
            </a:r>
            <a:r>
              <a:rPr lang="zh-CN" altLang="en-US"/>
              <a:t>，</a:t>
            </a:r>
            <a:r>
              <a:rPr lang="en-US" altLang="zh-CN"/>
              <a:t>32</a:t>
            </a:r>
            <a:r>
              <a:rPr lang="zh-CN" altLang="en-US"/>
              <a:t>引脚为电源脚，</a:t>
            </a:r>
            <a:r>
              <a:rPr lang="en-US" altLang="zh-CN"/>
              <a:t>00157</a:t>
            </a:r>
            <a:r>
              <a:rPr lang="zh-CN" altLang="en-US"/>
              <a:t>上则是普通</a:t>
            </a:r>
            <a:r>
              <a:rPr lang="en-US" altLang="zh-CN"/>
              <a:t>IO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002X</a:t>
            </a:r>
            <a:r>
              <a:rPr>
                <a:sym typeface="+mn-ea"/>
              </a:rPr>
              <a:t>与</a:t>
            </a:r>
            <a:r>
              <a:rPr lang="en-US" altLang="zh-CN">
                <a:sym typeface="+mn-ea"/>
              </a:rPr>
              <a:t>0015X</a:t>
            </a:r>
            <a:r>
              <a:rPr>
                <a:sym typeface="+mn-ea"/>
              </a:rPr>
              <a:t>引脚差异</a:t>
            </a:r>
            <a:r>
              <a:rPr>
                <a:sym typeface="+mn-ea"/>
              </a:rPr>
              <a:t>对比</a:t>
            </a:r>
            <a:endParaRPr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386955" y="1396365"/>
            <a:ext cx="43434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64PIN</a:t>
            </a:r>
            <a:r>
              <a:rPr lang="zh-CN" altLang="en-US"/>
              <a:t>引脚：</a:t>
            </a:r>
            <a:endParaRPr lang="zh-CN" altLang="en-US"/>
          </a:p>
          <a:p>
            <a:r>
              <a:rPr lang="zh-CN" altLang="en-US"/>
              <a:t>差异项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46</a:t>
            </a:r>
            <a:r>
              <a:rPr lang="zh-CN" altLang="en-US"/>
              <a:t>脚</a:t>
            </a:r>
            <a:r>
              <a:rPr lang="en-US" altLang="zh-CN"/>
              <a:t> 002X</a:t>
            </a:r>
            <a:r>
              <a:rPr lang="zh-CN" altLang="en-US"/>
              <a:t>是</a:t>
            </a:r>
            <a:r>
              <a:rPr lang="en-US" altLang="zh-CN"/>
              <a:t>GPIO39 00157</a:t>
            </a:r>
            <a:r>
              <a:rPr lang="zh-CN" altLang="en-US"/>
              <a:t>是</a:t>
            </a:r>
            <a:r>
              <a:rPr lang="en-US" altLang="zh-CN"/>
              <a:t>VREGENZ</a:t>
            </a:r>
            <a:r>
              <a:rPr lang="zh-CN" altLang="en-US"/>
              <a:t>（内核</a:t>
            </a:r>
            <a:r>
              <a:rPr lang="en-US" altLang="zh-CN"/>
              <a:t>LDO</a:t>
            </a:r>
            <a:r>
              <a:rPr lang="zh-CN" altLang="en-US"/>
              <a:t>控制</a:t>
            </a:r>
            <a:r>
              <a:rPr lang="zh-CN" altLang="en-US"/>
              <a:t>引脚）</a:t>
            </a:r>
            <a:endParaRPr lang="zh-CN" altLang="en-US"/>
          </a:p>
          <a:p>
            <a:r>
              <a:rPr lang="zh-CN" altLang="en-US"/>
              <a:t>差异项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27</a:t>
            </a:r>
            <a:r>
              <a:rPr lang="zh-CN" altLang="en-US"/>
              <a:t>，</a:t>
            </a:r>
            <a:r>
              <a:rPr lang="en-US" altLang="zh-CN"/>
              <a:t>28</a:t>
            </a:r>
            <a:r>
              <a:rPr lang="zh-CN" altLang="en-US"/>
              <a:t>引脚，需注意</a:t>
            </a:r>
            <a:r>
              <a:rPr lang="en-US" altLang="zh-CN"/>
              <a:t>002X</a:t>
            </a:r>
            <a:r>
              <a:rPr lang="zh-CN" altLang="en-US"/>
              <a:t>的</a:t>
            </a:r>
            <a:r>
              <a:rPr lang="en-US" altLang="zh-CN"/>
              <a:t>27</a:t>
            </a:r>
            <a:r>
              <a:rPr lang="zh-CN" altLang="en-US"/>
              <a:t>，</a:t>
            </a:r>
            <a:r>
              <a:rPr lang="en-US" altLang="zh-CN"/>
              <a:t>38</a:t>
            </a:r>
            <a:r>
              <a:rPr lang="zh-CN" altLang="en-US"/>
              <a:t>引脚为电源脚，</a:t>
            </a:r>
            <a:r>
              <a:rPr lang="en-US" altLang="zh-CN"/>
              <a:t>00157</a:t>
            </a:r>
            <a:r>
              <a:rPr lang="zh-CN" altLang="en-US"/>
              <a:t>上则是普通</a:t>
            </a:r>
            <a:r>
              <a:rPr lang="en-US" altLang="zh-CN"/>
              <a:t>IO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05" y="1278255"/>
            <a:ext cx="7169150" cy="49955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</p:tagLst>
</file>

<file path=ppt/tags/tag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</p:tagLst>
</file>

<file path=ppt/tags/tag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*i*4"/>
  <p:tag name="KSO_WM_UNIT_LAYERLEVEL" val="1"/>
  <p:tag name="KSO_WM_TAG_VERSION" val="3.0"/>
</p:tagLst>
</file>

<file path=ppt/tags/tag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8"/>
  <p:tag name="KSO_WM_UNIT_ID" val="_1*i*8"/>
  <p:tag name="KSO_WM_UNIT_LAYERLEVEL" val="1"/>
  <p:tag name="KSO_WM_TAG_VERSION" val="3.0"/>
</p:tagLst>
</file>

<file path=ppt/tags/tag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9"/>
  <p:tag name="KSO_WM_UNIT_ID" val="_1*i*9"/>
  <p:tag name="KSO_WM_UNIT_LAYERLEVEL" val="1"/>
  <p:tag name="KSO_WM_TAG_VERSION" val="3.0"/>
</p:tagLst>
</file>

<file path=ppt/tags/tag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0"/>
  <p:tag name="KSO_WM_UNIT_ID" val="_1*i*10"/>
  <p:tag name="KSO_WM_UNIT_LAYERLEVEL" val="1"/>
  <p:tag name="KSO_WM_TAG_VERSION" val="3.0"/>
</p:tagLst>
</file>

<file path=ppt/tags/tag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1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25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3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TYPE" val="i"/>
  <p:tag name="KSO_WM_UNIT_INDEX" val="2"/>
</p:tagLst>
</file>

<file path=ppt/tags/tag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UNIT_CONTENT_GROUP_TYPE" val="contentchip"/>
  <p:tag name="KSO_WM_UNIT_TYPE" val="i"/>
  <p:tag name="KSO_WM_UNIT_INDEX" val="4"/>
</p:tagLst>
</file>

<file path=ppt/tags/tag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34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4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56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3.0"/>
  <p:tag name="KSO_WM_UNIT_TYPE" val="i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6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UNIT_TYPE" val="i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7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7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7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CONTENT_GROUP_TYPE" val="contentchip"/>
  <p:tag name="KSO_WM_UNIT_TYPE" val="i"/>
  <p:tag name="KSO_WM_UNIT_INDEX" val="4"/>
</p:tagLst>
</file>

<file path=ppt/tags/tag7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UNIT_TYPE" val="i"/>
  <p:tag name="KSO_WM_UNIT_INDEX" val="6"/>
</p:tagLst>
</file>

<file path=ppt/tags/tag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UNIT_TYPE" val="i"/>
  <p:tag name="KSO_WM_UNIT_INDEX" val="7"/>
</p:tagLst>
</file>

<file path=ppt/tags/tag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UNIT_CONTENT_GROUP_TYPE" val="contentchip"/>
  <p:tag name="KSO_WM_UNIT_TYPE" val="i"/>
  <p:tag name="KSO_WM_UNIT_INDEX" val="8"/>
</p:tagLst>
</file>

<file path=ppt/tags/tag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UNIT_CONTENT_GROUP_TYPE" val="contentchip"/>
  <p:tag name="KSO_WM_UNIT_TYPE" val="i"/>
  <p:tag name="KSO_WM_UNIT_INDEX" val="9"/>
</p:tagLst>
</file>

<file path=ppt/tags/tag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UNIT_CONTENT_GROUP_TYPE" val="contentchip"/>
  <p:tag name="KSO_WM_UNIT_TYPE" val="i"/>
  <p:tag name="KSO_WM_UNIT_INDEX" val="10"/>
</p:tagLst>
</file>

<file path=ppt/tags/tag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UNIT_TYPE" val="i"/>
  <p:tag name="KSO_WM_UNIT_INDEX" val="11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9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314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314"/>
</p:tagLst>
</file>

<file path=ppt/tags/tag97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314"/>
  <p:tag name="KSO_WM_SPECIAL_SOURCE" val="bdnull"/>
  <p:tag name="KSO_WM_TEMPLATE_THUMBS_INDEX" val="1、9"/>
</p:tagLst>
</file>

<file path=ppt/tags/tag9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1*a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  <p:tag name="KSO_WM_UNIT_PRESET_TEXT" val="单击添加文档标题"/>
  <p:tag name="KSO_WM_UNIT_TEXT_TYPE" val="1"/>
</p:tagLst>
</file>

<file path=ppt/tags/tag100.xml><?xml version="1.0" encoding="utf-8"?>
<p:tagLst xmlns:p="http://schemas.openxmlformats.org/presentationml/2006/main">
  <p:tag name="KSO_WM_SLIDE_ID" val="custom20230314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314"/>
  <p:tag name="KSO_WM_SLIDE_TYPE" val="title"/>
  <p:tag name="KSO_WM_SLIDE_SUBTYPE" val="pureTxt"/>
  <p:tag name="KSO_WM_SLIDE_LAYOUT" val="a_f"/>
  <p:tag name="KSO_WM_SLIDE_LAYOUT_CNT" val="1_1"/>
  <p:tag name="KSO_WM_SPECIAL_SOURCE" val="bdnull"/>
  <p:tag name="KSO_WM_TEMPLATE_THUMBS_INDEX" val="1、9"/>
  <p:tag name="KSO_WM_SLIDE_CONTENT_AREA" val="{&quot;left&quot;:&quot;173.7&quot;,&quot;top&quot;:&quot;78.5&quot;,&quot;width&quot;:&quot;702.55&quot;,&quot;height&quot;:&quot;350.15&quot;}"/>
  <p:tag name="KSO_WM_SLIDE_THEME_ID" val="3303413"/>
  <p:tag name="KSO_WM_SLIDE_THEME_NAME" val="蓝色几何极简风主题"/>
</p:tagLst>
</file>

<file path=ppt/tags/tag101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4*a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10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314_4*l_h_i*1_1_1"/>
  <p:tag name="KSO_WM_TEMPLATE_CATEGORY" val="custom"/>
  <p:tag name="KSO_WM_TEMPLATE_INDEX" val="20230314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49.6499938964844,&quot;left&quot;:345.09999694824216,&quot;top&quot;:65.72500305175781,&quot;width&quot;:399.1000061035156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-0.5,&quot;colorType&quot;:1,&quot;foreColorIndex&quot;:14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6"/>
  <p:tag name="KSO_WM_UNIT_FILL_TYPE" val="1"/>
  <p:tag name="KSO_WM_UNIT_SHADOW_SCHEMECOLOR_INDEX" val="14"/>
  <p:tag name="KSO_WM_UNIT_TEXT_FILL_FORE_SCHEMECOLOR_INDEX" val="2"/>
  <p:tag name="KSO_WM_UNIT_TEXT_FILL_TYPE" val="1"/>
  <p:tag name="KSO_WM_UNIT_USESOURCEFORMAT_APPLY" val="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2"/>
  <p:tag name="KSO_WM_UNIT_ID" val="custom20230314_4*l_h_i*1_1_2"/>
  <p:tag name="KSO_WM_TEMPLATE_CATEGORY" val="custom"/>
  <p:tag name="KSO_WM_TEMPLATE_INDEX" val="20230314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49.6499938964844,&quot;left&quot;:345.09999694824216,&quot;top&quot;:65.72500305175781,&quot;width&quot;:399.100006103515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0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custom"/>
  <p:tag name="KSO_WM_TEMPLATE_INDEX" val="20230314"/>
  <p:tag name="KSO_WM_UNIT_LAYERLEVEL" val="1_1_1"/>
  <p:tag name="KSO_WM_TAG_VERSION" val="3.0"/>
  <p:tag name="KSO_WM_BEAUTIFY_FLAG" val="#wm#"/>
  <p:tag name="KSO_WM_DIAGRAM_GROUP_CODE" val="l1-1"/>
  <p:tag name="KSO_WM_UNIT_TYPE" val="l_h_a"/>
  <p:tag name="KSO_WM_UNIT_ID" val="custom20230314_4*l_h_a*1_1_1"/>
  <p:tag name="KSO_WM_DIAGRAM_VERSION" val="3"/>
  <p:tag name="KSO_WM_DIAGRAM_COLOR_TRICK" val="2"/>
  <p:tag name="KSO_WM_DIAGRAM_COLOR_TEXT_CAN_REMOVE" val="n"/>
  <p:tag name="KSO_WM_UNIT_VALUE" val="28"/>
  <p:tag name="KSO_WM_DIAGRAM_MAX_ITEMCNT" val="6"/>
  <p:tag name="KSO_WM_DIAGRAM_MIN_ITEMCNT" val="2"/>
  <p:tag name="KSO_WM_DIAGRAM_VIRTUALLY_FRAME" val="{&quot;height&quot;:449.6499938964844,&quot;left&quot;:345.09999694824216,&quot;top&quot;:65.72500305175781,&quot;width&quot;:399.10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0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314_4*l_h_i*1_2_1"/>
  <p:tag name="KSO_WM_TEMPLATE_CATEGORY" val="custom"/>
  <p:tag name="KSO_WM_TEMPLATE_INDEX" val="20230314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49.6499938964844,&quot;left&quot;:345.09999694824216,&quot;top&quot;:65.72500305175781,&quot;width&quot;:399.1000061035156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-0.5,&quot;colorType&quot;:1,&quot;foreColorIndex&quot;:14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6"/>
  <p:tag name="KSO_WM_UNIT_FILL_TYPE" val="1"/>
  <p:tag name="KSO_WM_UNIT_SHADOW_SCHEMECOLOR_INDEX" val="14"/>
  <p:tag name="KSO_WM_UNIT_TEXT_FILL_FORE_SCHEMECOLOR_INDEX" val="2"/>
  <p:tag name="KSO_WM_UNIT_TEXT_FILL_TYPE" val="1"/>
  <p:tag name="KSO_WM_UNIT_USESOURCEFORMAT_APPLY" val="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custom20230314_4*l_h_i*1_2_2"/>
  <p:tag name="KSO_WM_TEMPLATE_CATEGORY" val="custom"/>
  <p:tag name="KSO_WM_TEMPLATE_INDEX" val="20230314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49.6499938964844,&quot;left&quot;:345.09999694824216,&quot;top&quot;:65.72500305175781,&quot;width&quot;:399.1000061035156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custom"/>
  <p:tag name="KSO_WM_TEMPLATE_INDEX" val="20230314"/>
  <p:tag name="KSO_WM_UNIT_LAYERLEVEL" val="1_1_1"/>
  <p:tag name="KSO_WM_TAG_VERSION" val="3.0"/>
  <p:tag name="KSO_WM_BEAUTIFY_FLAG" val="#wm#"/>
  <p:tag name="KSO_WM_DIAGRAM_GROUP_CODE" val="l1-1"/>
  <p:tag name="KSO_WM_UNIT_TYPE" val="l_h_a"/>
  <p:tag name="KSO_WM_UNIT_ID" val="custom20230314_4*l_h_a*1_2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49.6499938964844,&quot;left&quot;:345.09999694824216,&quot;top&quot;:65.72500305175781,&quot;width&quot;:399.10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0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314_4*l_h_i*1_3_1"/>
  <p:tag name="KSO_WM_TEMPLATE_CATEGORY" val="custom"/>
  <p:tag name="KSO_WM_TEMPLATE_INDEX" val="20230314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49.6499938964844,&quot;left&quot;:345.09999694824216,&quot;top&quot;:65.72500305175781,&quot;width&quot;:399.1000061035156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-0.5,&quot;colorType&quot;:1,&quot;foreColorIndex&quot;:14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6"/>
  <p:tag name="KSO_WM_UNIT_FILL_TYPE" val="1"/>
  <p:tag name="KSO_WM_UNIT_SHADOW_SCHEMECOLOR_INDEX" val="14"/>
  <p:tag name="KSO_WM_UNIT_TEXT_FILL_FORE_SCHEMECOLOR_INDEX" val="2"/>
  <p:tag name="KSO_WM_UNIT_TEXT_FILL_TYPE" val="1"/>
  <p:tag name="KSO_WM_UNIT_USESOURCEFORMAT_APPLY" val="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custom20230314_4*l_h_i*1_3_2"/>
  <p:tag name="KSO_WM_TEMPLATE_CATEGORY" val="custom"/>
  <p:tag name="KSO_WM_TEMPLATE_INDEX" val="20230314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49.6499938964844,&quot;left&quot;:345.09999694824216,&quot;top&quot;:65.72500305175781,&quot;width&quot;:399.100006103515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custom"/>
  <p:tag name="KSO_WM_TEMPLATE_INDEX" val="20230314"/>
  <p:tag name="KSO_WM_UNIT_LAYERLEVEL" val="1_1_1"/>
  <p:tag name="KSO_WM_TAG_VERSION" val="3.0"/>
  <p:tag name="KSO_WM_BEAUTIFY_FLAG" val="#wm#"/>
  <p:tag name="KSO_WM_DIAGRAM_GROUP_CODE" val="l1-1"/>
  <p:tag name="KSO_WM_UNIT_TYPE" val="l_h_a"/>
  <p:tag name="KSO_WM_UNIT_ID" val="custom20230314_4*l_h_a*1_3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49.6499938964844,&quot;left&quot;:345.09999694824216,&quot;top&quot;:65.72500305175781,&quot;width&quot;:399.10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11.xml><?xml version="1.0" encoding="utf-8"?>
<p:tagLst xmlns:p="http://schemas.openxmlformats.org/presentationml/2006/main">
  <p:tag name="KSO_WM_SLIDE_ID" val="custom20230314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314"/>
  <p:tag name="KSO_WM_SLIDE_TYPE" val="contents"/>
  <p:tag name="KSO_WM_SLIDE_SUBTYPE" val="diag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</p:tagLst>
</file>

<file path=ppt/tags/tag113.xml><?xml version="1.0" encoding="utf-8"?>
<p:tagLst xmlns:p="http://schemas.openxmlformats.org/presentationml/2006/main">
  <p:tag name="TABLE_ENDDRAG_ORIGIN_RECT" val="667*287"/>
  <p:tag name="TABLE_ENDDRAG_RECT" val="204*233*667*287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1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1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1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ags/tag12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</p:tagLst>
</file>

<file path=ppt/tags/tag124.xml><?xml version="1.0" encoding="utf-8"?>
<p:tagLst xmlns:p="http://schemas.openxmlformats.org/presentationml/2006/main">
  <p:tag name="KSO_WM_BEAUTIFY_FLAG" val="#wm#"/>
  <p:tag name="KSO_WM_TEMPLATE_CATEGORY" val="custom"/>
  <p:tag name="KSO_WM_TEMPLATE_INDEX" val="2023031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23">
      <a:dk1>
        <a:srgbClr val="000000"/>
      </a:dk1>
      <a:lt1>
        <a:srgbClr val="FFFFFF"/>
      </a:lt1>
      <a:dk2>
        <a:srgbClr val="011163"/>
      </a:dk2>
      <a:lt2>
        <a:srgbClr val="FFFFFF"/>
      </a:lt2>
      <a:accent1>
        <a:srgbClr val="4864FC"/>
      </a:accent1>
      <a:accent2>
        <a:srgbClr val="6C5EDE"/>
      </a:accent2>
      <a:accent3>
        <a:srgbClr val="9059BF"/>
      </a:accent3>
      <a:accent4>
        <a:srgbClr val="B453A1"/>
      </a:accent4>
      <a:accent5>
        <a:srgbClr val="D84E82"/>
      </a:accent5>
      <a:accent6>
        <a:srgbClr val="FC4864"/>
      </a:accent6>
      <a:hlink>
        <a:srgbClr val="0563C1"/>
      </a:hlink>
      <a:folHlink>
        <a:srgbClr val="954D72"/>
      </a:folHlink>
    </a:clrScheme>
    <a:fontScheme name="自定义 18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</Words>
  <Application>WPS 演示</Application>
  <PresentationFormat>宽屏</PresentationFormat>
  <Paragraphs>100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宋体</vt:lpstr>
      <vt:lpstr>Wingdings</vt:lpstr>
      <vt:lpstr>MiSans Normal</vt:lpstr>
      <vt:lpstr>Wingdings</vt:lpstr>
      <vt:lpstr>MiSans Heavy</vt:lpstr>
      <vt:lpstr>微软雅黑</vt:lpstr>
      <vt:lpstr>Arial Unicode MS</vt:lpstr>
      <vt:lpstr>Calibri</vt:lpstr>
      <vt:lpstr>MiSans Heavy</vt:lpstr>
      <vt:lpstr>MiSans Normal</vt:lpstr>
      <vt:lpstr>Segoe Print</vt:lpstr>
      <vt:lpstr>WPS</vt:lpstr>
      <vt:lpstr>1_Office 主题</vt:lpstr>
      <vt:lpstr>002X 003X 0013X 移植到0015X </vt:lpstr>
      <vt:lpstr>目录</vt:lpstr>
      <vt:lpstr>PowerPoint 演示文稿</vt:lpstr>
      <vt:lpstr>PowerPoint 演示文稿</vt:lpstr>
      <vt:lpstr>002X与0015X引脚差异对比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 wistzz</dc:creator>
  <cp:lastModifiedBy>Skate</cp:lastModifiedBy>
  <cp:revision>9</cp:revision>
  <dcterms:created xsi:type="dcterms:W3CDTF">2023-08-09T12:44:00Z</dcterms:created>
  <dcterms:modified xsi:type="dcterms:W3CDTF">2026-09-04T10:04:11Z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CF7948CCE58C47F590A0A6C1B3D0B4AF_12</vt:lpwstr>
  </property>
</Properties>
</file>